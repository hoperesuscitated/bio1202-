
<file path=[Content_Types].xml><?xml version="1.0" encoding="utf-8"?>
<Types xmlns="http://schemas.openxmlformats.org/package/2006/content-types">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theme/theme3.xml" ContentType="application/vnd.openxmlformats-officedocument.theme+xml"/>
  <Override PartName="/ppt/slideLayouts/slideLayout10.xml" ContentType="application/vnd.openxmlformats-officedocument.presentationml.slideLayout+xml"/>
  <Override PartName="/ppt/theme/theme4.xml" ContentType="application/vnd.openxmlformats-officedocument.theme+xml"/>
  <Override PartName="/ppt/slideLayouts/slideLayout11.xml" ContentType="application/vnd.openxmlformats-officedocument.presentationml.slideLayout+xml"/>
  <Override PartName="/ppt/theme/theme5.xml" ContentType="application/vnd.openxmlformats-officedocument.theme+xml"/>
  <Override PartName="/ppt/slideLayouts/slideLayout12.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900" r:id="rId1"/>
    <p:sldMasterId id="2147483905" r:id="rId2"/>
    <p:sldMasterId id="2147483914" r:id="rId3"/>
    <p:sldMasterId id="2147483922" r:id="rId4"/>
    <p:sldMasterId id="2147484022" r:id="rId5"/>
    <p:sldMasterId id="2147484036" r:id="rId6"/>
  </p:sldMasterIdLst>
  <p:notesMasterIdLst>
    <p:notesMasterId r:id="rId51"/>
  </p:notesMasterIdLst>
  <p:handoutMasterIdLst>
    <p:handoutMasterId r:id="rId52"/>
  </p:handoutMasterIdLst>
  <p:sldIdLst>
    <p:sldId id="702" r:id="rId7"/>
    <p:sldId id="725" r:id="rId8"/>
    <p:sldId id="509" r:id="rId9"/>
    <p:sldId id="646" r:id="rId10"/>
    <p:sldId id="514" r:id="rId11"/>
    <p:sldId id="726" r:id="rId12"/>
    <p:sldId id="520" r:id="rId13"/>
    <p:sldId id="727" r:id="rId14"/>
    <p:sldId id="522" r:id="rId15"/>
    <p:sldId id="524" r:id="rId16"/>
    <p:sldId id="526" r:id="rId17"/>
    <p:sldId id="533" r:id="rId18"/>
    <p:sldId id="537" r:id="rId19"/>
    <p:sldId id="540" r:id="rId20"/>
    <p:sldId id="541" r:id="rId21"/>
    <p:sldId id="542" r:id="rId22"/>
    <p:sldId id="544" r:id="rId23"/>
    <p:sldId id="551" r:id="rId24"/>
    <p:sldId id="553" r:id="rId25"/>
    <p:sldId id="564" r:id="rId26"/>
    <p:sldId id="566" r:id="rId27"/>
    <p:sldId id="569" r:id="rId28"/>
    <p:sldId id="571" r:id="rId29"/>
    <p:sldId id="573" r:id="rId30"/>
    <p:sldId id="575" r:id="rId31"/>
    <p:sldId id="582" r:id="rId32"/>
    <p:sldId id="584" r:id="rId33"/>
    <p:sldId id="587" r:id="rId34"/>
    <p:sldId id="589" r:id="rId35"/>
    <p:sldId id="591" r:id="rId36"/>
    <p:sldId id="593" r:id="rId37"/>
    <p:sldId id="595" r:id="rId38"/>
    <p:sldId id="597" r:id="rId39"/>
    <p:sldId id="599" r:id="rId40"/>
    <p:sldId id="602" r:id="rId41"/>
    <p:sldId id="605" r:id="rId42"/>
    <p:sldId id="700" r:id="rId43"/>
    <p:sldId id="612" r:id="rId44"/>
    <p:sldId id="614" r:id="rId45"/>
    <p:sldId id="620" r:id="rId46"/>
    <p:sldId id="624" r:id="rId47"/>
    <p:sldId id="707" r:id="rId48"/>
    <p:sldId id="631" r:id="rId49"/>
    <p:sldId id="633" r:id="rId50"/>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ヒラギノ角ゴ Pro W3" charset="-128"/>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ヒラギノ角ゴ Pro W3" charset="-128"/>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ヒラギノ角ゴ Pro W3" charset="-128"/>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ヒラギノ角ゴ Pro W3" charset="-128"/>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ヒラギノ角ゴ Pro W3" charset="-128"/>
        <a:cs typeface="+mn-cs"/>
      </a:defRPr>
    </a:lvl5pPr>
    <a:lvl6pPr marL="2286000" algn="l" defTabSz="914400" rtl="0" eaLnBrk="1" latinLnBrk="0" hangingPunct="1">
      <a:defRPr sz="2400" kern="1200">
        <a:solidFill>
          <a:schemeClr val="tx1"/>
        </a:solidFill>
        <a:latin typeface="Arial" panose="020B0604020202020204" pitchFamily="34" charset="0"/>
        <a:ea typeface="ヒラギノ角ゴ Pro W3" charset="-128"/>
        <a:cs typeface="+mn-cs"/>
      </a:defRPr>
    </a:lvl6pPr>
    <a:lvl7pPr marL="2743200" algn="l" defTabSz="914400" rtl="0" eaLnBrk="1" latinLnBrk="0" hangingPunct="1">
      <a:defRPr sz="2400" kern="1200">
        <a:solidFill>
          <a:schemeClr val="tx1"/>
        </a:solidFill>
        <a:latin typeface="Arial" panose="020B0604020202020204" pitchFamily="34" charset="0"/>
        <a:ea typeface="ヒラギノ角ゴ Pro W3" charset="-128"/>
        <a:cs typeface="+mn-cs"/>
      </a:defRPr>
    </a:lvl7pPr>
    <a:lvl8pPr marL="3200400" algn="l" defTabSz="914400" rtl="0" eaLnBrk="1" latinLnBrk="0" hangingPunct="1">
      <a:defRPr sz="2400" kern="1200">
        <a:solidFill>
          <a:schemeClr val="tx1"/>
        </a:solidFill>
        <a:latin typeface="Arial" panose="020B0604020202020204" pitchFamily="34" charset="0"/>
        <a:ea typeface="ヒラギノ角ゴ Pro W3" charset="-128"/>
        <a:cs typeface="+mn-cs"/>
      </a:defRPr>
    </a:lvl8pPr>
    <a:lvl9pPr marL="3657600" algn="l" defTabSz="914400" rtl="0" eaLnBrk="1" latinLnBrk="0" hangingPunct="1">
      <a:defRPr sz="2400" kern="1200">
        <a:solidFill>
          <a:schemeClr val="tx1"/>
        </a:solidFill>
        <a:latin typeface="Arial" panose="020B0604020202020204" pitchFamily="34" charset="0"/>
        <a:ea typeface="ヒラギノ角ゴ Pro W3" charset="-128"/>
        <a:cs typeface="+mn-cs"/>
      </a:defRPr>
    </a:lvl9pPr>
  </p:defaultTextStyle>
  <p:extLst>
    <p:ext uri="{EFAFB233-063F-42B5-8137-9DF3F51BA10A}">
      <p15:sldGuideLst xmlns:p15="http://schemas.microsoft.com/office/powerpoint/2012/main">
        <p15:guide id="1" orient="horz" pos="1296">
          <p15:clr>
            <a:srgbClr val="A4A3A4"/>
          </p15:clr>
        </p15:guide>
        <p15:guide id="2" orient="horz" pos="2160">
          <p15:clr>
            <a:srgbClr val="A4A3A4"/>
          </p15:clr>
        </p15:guide>
        <p15:guide id="3"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Kathleen Fitzpatrick" initials="" lastIdx="3"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a:srgbClr val="61887E"/>
    <a:srgbClr val="D1300D"/>
    <a:srgbClr val="B9B9B9"/>
    <a:srgbClr val="AA2B15"/>
    <a:srgbClr val="AEB9B1"/>
    <a:srgbClr val="4F6F92"/>
    <a:srgbClr val="F7F7F7"/>
    <a:srgbClr val="00478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227" autoAdjust="0"/>
    <p:restoredTop sz="94161" autoAdjust="0"/>
  </p:normalViewPr>
  <p:slideViewPr>
    <p:cSldViewPr>
      <p:cViewPr varScale="1">
        <p:scale>
          <a:sx n="70" d="100"/>
          <a:sy n="70" d="100"/>
        </p:scale>
        <p:origin x="1116" y="64"/>
      </p:cViewPr>
      <p:guideLst>
        <p:guide orient="horz" pos="1296"/>
        <p:guide orient="horz" pos="2160"/>
        <p:guide pos="2880"/>
      </p:guideLst>
    </p:cSldViewPr>
  </p:slideViewPr>
  <p:outlineViewPr>
    <p:cViewPr>
      <p:scale>
        <a:sx n="33" d="100"/>
        <a:sy n="33" d="100"/>
      </p:scale>
      <p:origin x="0" y="-9216"/>
    </p:cViewPr>
  </p:outlineViewPr>
  <p:notesTextViewPr>
    <p:cViewPr>
      <p:scale>
        <a:sx n="125" d="100"/>
        <a:sy n="125" d="100"/>
      </p:scale>
      <p:origin x="0" y="0"/>
    </p:cViewPr>
  </p:notesTextViewPr>
  <p:sorterViewPr>
    <p:cViewPr>
      <p:scale>
        <a:sx n="66" d="100"/>
        <a:sy n="66" d="100"/>
      </p:scale>
      <p:origin x="0" y="0"/>
    </p:cViewPr>
  </p:sorterViewPr>
  <p:notesViewPr>
    <p:cSldViewPr>
      <p:cViewPr varScale="1">
        <p:scale>
          <a:sx n="70" d="100"/>
          <a:sy n="70" d="100"/>
        </p:scale>
        <p:origin x="-3294" y="-10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slide" Target="slides/slide41.xml"/><Relationship Id="rId50" Type="http://schemas.openxmlformats.org/officeDocument/2006/relationships/slide" Target="slides/slide44.xml"/><Relationship Id="rId55" Type="http://schemas.openxmlformats.org/officeDocument/2006/relationships/viewProps" Target="viewProps.xml"/><Relationship Id="rId7" Type="http://schemas.openxmlformats.org/officeDocument/2006/relationships/slide" Target="slides/slide1.xml"/><Relationship Id="rId2" Type="http://schemas.openxmlformats.org/officeDocument/2006/relationships/slideMaster" Target="slideMasters/slideMaster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commentAuthors" Target="commentAuthors.xml"/><Relationship Id="rId5" Type="http://schemas.openxmlformats.org/officeDocument/2006/relationships/slideMaster" Target="slideMasters/slideMaster5.xml"/><Relationship Id="rId19" Type="http://schemas.openxmlformats.org/officeDocument/2006/relationships/slide" Target="slides/slide13.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theme" Target="theme/theme1.xml"/><Relationship Id="rId8" Type="http://schemas.openxmlformats.org/officeDocument/2006/relationships/slide" Target="slides/slide2.xml"/><Relationship Id="rId51" Type="http://schemas.openxmlformats.org/officeDocument/2006/relationships/notesMaster" Target="notesMasters/notesMaster1.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tableStyles" Target="tableStyles.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0" hangingPunct="0">
              <a:defRPr sz="1200">
                <a:ea typeface="ヒラギノ角ゴ Pro W3" pitchFamily="123" charset="-128"/>
              </a:defRPr>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0" hangingPunct="0">
              <a:defRPr sz="1200"/>
            </a:lvl1pPr>
          </a:lstStyle>
          <a:p>
            <a:pPr>
              <a:defRPr/>
            </a:pPr>
            <a:fld id="{2FDBCFE6-7A80-4E41-8712-1C12F7B6050B}" type="datetimeFigureOut">
              <a:rPr lang="en-US" altLang="en-US"/>
              <a:pPr>
                <a:defRPr/>
              </a:pPr>
              <a:t>9/21/2026</a:t>
            </a:fld>
            <a:endParaRPr lang="en-US" alt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0" hangingPunct="0">
              <a:defRPr sz="1200">
                <a:ea typeface="ヒラギノ角ゴ Pro W3" pitchFamily="123" charset="-128"/>
              </a:defRPr>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71A23EEE-2F46-4732-8626-99218F3EFA81}" type="slidenum">
              <a:rPr lang="en-US" altLang="en-US"/>
              <a:pPr/>
              <a:t>‹#›</a:t>
            </a:fld>
            <a:endParaRPr lang="en-US" altLang="en-US"/>
          </a:p>
        </p:txBody>
      </p:sp>
    </p:spTree>
    <p:extLst>
      <p:ext uri="{BB962C8B-B14F-4D97-AF65-F5344CB8AC3E}">
        <p14:creationId xmlns:p14="http://schemas.microsoft.com/office/powerpoint/2010/main" val="14350279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eaLnBrk="0" hangingPunct="0">
              <a:defRPr sz="1200">
                <a:latin typeface="Arial" charset="0"/>
                <a:ea typeface="ヒラギノ角ゴ Pro W3" pitchFamily="84" charset="-128"/>
                <a:cs typeface="+mn-cs"/>
              </a:defRPr>
            </a:lvl1pPr>
          </a:lstStyle>
          <a:p>
            <a:pPr>
              <a:defRPr/>
            </a:pPr>
            <a:endParaRPr lang="en-US"/>
          </a:p>
        </p:txBody>
      </p:sp>
      <p:sp>
        <p:nvSpPr>
          <p:cNvPr id="5123" name="Rectangle 3"/>
          <p:cNvSpPr>
            <a:spLocks noGrp="1" noChangeArrowheads="1"/>
          </p:cNvSpPr>
          <p:nvPr>
            <p:ph type="dt" idx="1"/>
          </p:nvPr>
        </p:nvSpPr>
        <p:spPr bwMode="auto">
          <a:xfrm>
            <a:off x="388620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eaLnBrk="0" hangingPunct="0">
              <a:defRPr sz="1200">
                <a:latin typeface="Arial" charset="0"/>
                <a:ea typeface="ヒラギノ角ゴ Pro W3" pitchFamily="84" charset="-128"/>
                <a:cs typeface="+mn-cs"/>
              </a:defRPr>
            </a:lvl1pPr>
          </a:lstStyle>
          <a:p>
            <a:pPr>
              <a:defRPr/>
            </a:pPr>
            <a:endParaRPr lang="en-US"/>
          </a:p>
        </p:txBody>
      </p:sp>
      <p:sp>
        <p:nvSpPr>
          <p:cNvPr id="9421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126"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eaLnBrk="0" hangingPunct="0">
              <a:defRPr sz="1200">
                <a:latin typeface="Arial" charset="0"/>
                <a:ea typeface="ヒラギノ角ゴ Pro W3" pitchFamily="84" charset="-128"/>
                <a:cs typeface="+mn-cs"/>
              </a:defRPr>
            </a:lvl1pPr>
          </a:lstStyle>
          <a:p>
            <a:pPr>
              <a:defRPr/>
            </a:pPr>
            <a:endParaRPr lang="en-US"/>
          </a:p>
        </p:txBody>
      </p:sp>
      <p:sp>
        <p:nvSpPr>
          <p:cNvPr id="5127"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a:defRPr sz="1200"/>
            </a:lvl1pPr>
          </a:lstStyle>
          <a:p>
            <a:fld id="{6D957CC8-6916-4659-8D61-C81A523E1943}" type="slidenum">
              <a:rPr lang="en-US" altLang="en-US"/>
              <a:pPr/>
              <a:t>‹#›</a:t>
            </a:fld>
            <a:endParaRPr lang="en-US" altLang="en-US"/>
          </a:p>
        </p:txBody>
      </p:sp>
    </p:spTree>
    <p:extLst>
      <p:ext uri="{BB962C8B-B14F-4D97-AF65-F5344CB8AC3E}">
        <p14:creationId xmlns:p14="http://schemas.microsoft.com/office/powerpoint/2010/main" val="19547500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84" charset="0"/>
        <a:ea typeface="ヒラギノ角ゴ Pro W3" pitchFamily="84" charset="-128"/>
        <a:cs typeface="ヒラギノ角ゴ Pro W3" charset="0"/>
      </a:defRPr>
    </a:lvl1pPr>
    <a:lvl2pPr marL="457200" algn="l" rtl="0" eaLnBrk="0" fontAlgn="base" hangingPunct="0">
      <a:spcBef>
        <a:spcPct val="30000"/>
      </a:spcBef>
      <a:spcAft>
        <a:spcPct val="0"/>
      </a:spcAft>
      <a:defRPr sz="1200" kern="1200">
        <a:solidFill>
          <a:schemeClr val="tx1"/>
        </a:solidFill>
        <a:latin typeface="Times New Roman" pitchFamily="84" charset="0"/>
        <a:ea typeface="ヒラギノ角ゴ Pro W3" pitchFamily="84" charset="-128"/>
        <a:cs typeface="ヒラギノ角ゴ Pro W3" charset="0"/>
      </a:defRPr>
    </a:lvl2pPr>
    <a:lvl3pPr marL="914400" algn="l" rtl="0" eaLnBrk="0" fontAlgn="base" hangingPunct="0">
      <a:spcBef>
        <a:spcPct val="30000"/>
      </a:spcBef>
      <a:spcAft>
        <a:spcPct val="0"/>
      </a:spcAft>
      <a:defRPr sz="1200" kern="1200">
        <a:solidFill>
          <a:schemeClr val="tx1"/>
        </a:solidFill>
        <a:latin typeface="Times New Roman" pitchFamily="84" charset="0"/>
        <a:ea typeface="ヒラギノ角ゴ Pro W3" pitchFamily="84" charset="-128"/>
        <a:cs typeface="ヒラギノ角ゴ Pro W3" charset="0"/>
      </a:defRPr>
    </a:lvl3pPr>
    <a:lvl4pPr marL="1371600" algn="l" rtl="0" eaLnBrk="0" fontAlgn="base" hangingPunct="0">
      <a:spcBef>
        <a:spcPct val="30000"/>
      </a:spcBef>
      <a:spcAft>
        <a:spcPct val="0"/>
      </a:spcAft>
      <a:defRPr sz="1200" kern="1200">
        <a:solidFill>
          <a:schemeClr val="tx1"/>
        </a:solidFill>
        <a:latin typeface="Times New Roman" pitchFamily="84" charset="0"/>
        <a:ea typeface="ヒラギノ角ゴ Pro W3" pitchFamily="84" charset="-128"/>
        <a:cs typeface="ヒラギノ角ゴ Pro W3" charset="0"/>
      </a:defRPr>
    </a:lvl4pPr>
    <a:lvl5pPr marL="1828800" algn="l" rtl="0" eaLnBrk="0" fontAlgn="base" hangingPunct="0">
      <a:spcBef>
        <a:spcPct val="30000"/>
      </a:spcBef>
      <a:spcAft>
        <a:spcPct val="0"/>
      </a:spcAft>
      <a:defRPr sz="1200" kern="1200">
        <a:solidFill>
          <a:schemeClr val="tx1"/>
        </a:solidFill>
        <a:latin typeface="Times New Roman" pitchFamily="84" charset="0"/>
        <a:ea typeface="ヒラギノ角ゴ Pro W3" pitchFamily="84" charset="-128"/>
        <a:cs typeface="ヒラギノ角ゴ Pro W3"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Arial"/>
              </a:rPr>
              <a:t>Figure 27.1 Why is this lake’s water pink?</a:t>
            </a:r>
          </a:p>
          <a:p>
            <a:r>
              <a:rPr lang="en-US" dirty="0"/>
              <a:t>The waters of Laguna </a:t>
            </a:r>
            <a:r>
              <a:rPr lang="en-US" dirty="0" err="1"/>
              <a:t>Salada</a:t>
            </a:r>
            <a:r>
              <a:rPr lang="en-US" dirty="0"/>
              <a:t> de </a:t>
            </a:r>
            <a:r>
              <a:rPr lang="en-US" dirty="0" err="1"/>
              <a:t>Torrevieja</a:t>
            </a:r>
            <a:r>
              <a:rPr lang="en-US" dirty="0"/>
              <a:t> in Spain are many times saltier than seawater.</a:t>
            </a:r>
          </a:p>
          <a:p>
            <a:r>
              <a:rPr lang="en-US" dirty="0"/>
              <a:t>At certain times of the year, the water appears pink.</a:t>
            </a:r>
          </a:p>
          <a:p>
            <a:r>
              <a:rPr lang="en-US" dirty="0"/>
              <a:t>The color comes from trillions of living prokaryotes.</a:t>
            </a:r>
          </a:p>
          <a:p>
            <a:endParaRPr lang="en-US" dirty="0">
              <a:latin typeface="Arial"/>
            </a:endParaRPr>
          </a:p>
        </p:txBody>
      </p:sp>
      <p:sp>
        <p:nvSpPr>
          <p:cNvPr id="4" name="Slide Number Placeholder 3"/>
          <p:cNvSpPr>
            <a:spLocks noGrp="1"/>
          </p:cNvSpPr>
          <p:nvPr>
            <p:ph type="sldNum" sz="quarter" idx="10"/>
          </p:nvPr>
        </p:nvSpPr>
        <p:spPr/>
        <p:txBody>
          <a:bodyPr/>
          <a:lstStyle/>
          <a:p>
            <a:fld id="{6D957CC8-6916-4659-8D61-C81A523E1943}" type="slidenum">
              <a:rPr lang="en-US" altLang="en-US" smtClean="0"/>
              <a:pPr/>
              <a:t>1</a:t>
            </a:fld>
            <a:endParaRPr lang="en-US" altLang="en-US"/>
          </a:p>
        </p:txBody>
      </p:sp>
    </p:spTree>
    <p:extLst>
      <p:ext uri="{BB962C8B-B14F-4D97-AF65-F5344CB8AC3E}">
        <p14:creationId xmlns:p14="http://schemas.microsoft.com/office/powerpoint/2010/main" val="11695555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ヒラギノ角ゴ Pro W3" pitchFamily="123" charset="-128"/>
              </a:defRPr>
            </a:lvl1pPr>
            <a:lvl2pPr marL="742950" indent="-285750">
              <a:defRPr sz="2400">
                <a:solidFill>
                  <a:schemeClr val="tx1"/>
                </a:solidFill>
                <a:latin typeface="Arial" panose="020B0604020202020204" pitchFamily="34" charset="0"/>
                <a:ea typeface="ヒラギノ角ゴ Pro W3" pitchFamily="123" charset="-128"/>
              </a:defRPr>
            </a:lvl2pPr>
            <a:lvl3pPr marL="1143000" indent="-228600">
              <a:defRPr sz="2400">
                <a:solidFill>
                  <a:schemeClr val="tx1"/>
                </a:solidFill>
                <a:latin typeface="Arial" panose="020B0604020202020204" pitchFamily="34" charset="0"/>
                <a:ea typeface="ヒラギノ角ゴ Pro W3" pitchFamily="123" charset="-128"/>
              </a:defRPr>
            </a:lvl3pPr>
            <a:lvl4pPr marL="1600200" indent="-228600">
              <a:defRPr sz="2400">
                <a:solidFill>
                  <a:schemeClr val="tx1"/>
                </a:solidFill>
                <a:latin typeface="Arial" panose="020B0604020202020204" pitchFamily="34" charset="0"/>
                <a:ea typeface="ヒラギノ角ゴ Pro W3" pitchFamily="123" charset="-128"/>
              </a:defRPr>
            </a:lvl4pPr>
            <a:lvl5pPr marL="2057400" indent="-228600">
              <a:defRPr sz="2400">
                <a:solidFill>
                  <a:schemeClr val="tx1"/>
                </a:solidFill>
                <a:latin typeface="Arial" panose="020B0604020202020204" pitchFamily="34" charset="0"/>
                <a:ea typeface="ヒラギノ角ゴ Pro W3" pitchFamily="123"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9pPr>
          </a:lstStyle>
          <a:p>
            <a:fld id="{C8B55BB4-FE38-4360-B7FE-60BBC8867851}" type="slidenum">
              <a:rPr lang="en-US" sz="1200"/>
              <a:pPr/>
              <a:t>3</a:t>
            </a:fld>
            <a:endParaRPr lang="en-US" sz="1200" dirty="0"/>
          </a:p>
        </p:txBody>
      </p:sp>
      <p:sp>
        <p:nvSpPr>
          <p:cNvPr id="102403" name="Rectangle 2"/>
          <p:cNvSpPr>
            <a:spLocks noGrp="1" noRot="1" noChangeAspect="1" noChangeArrowheads="1" noTextEdit="1"/>
          </p:cNvSpPr>
          <p:nvPr>
            <p:ph type="sldImg"/>
          </p:nvPr>
        </p:nvSpPr>
        <p:spPr>
          <a:solidFill>
            <a:srgbClr val="FFFFFF"/>
          </a:solidFill>
          <a:ln/>
        </p:spPr>
      </p:sp>
      <p:sp>
        <p:nvSpPr>
          <p:cNvPr id="23555"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dirty="0">
              <a:latin typeface="Times New Roman" panose="02020603050405020304" pitchFamily="18" charset="0"/>
              <a:ea typeface="ヒラギノ角ゴ Pro W3" pitchFamily="123" charset="-128"/>
            </a:endParaRPr>
          </a:p>
        </p:txBody>
      </p:sp>
    </p:spTree>
    <p:extLst>
      <p:ext uri="{BB962C8B-B14F-4D97-AF65-F5344CB8AC3E}">
        <p14:creationId xmlns:p14="http://schemas.microsoft.com/office/powerpoint/2010/main" val="38661667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Arial"/>
              </a:rPr>
              <a:t>Figure: The most common shapes of prokaryotes</a:t>
            </a:r>
          </a:p>
          <a:p>
            <a:endParaRPr lang="en-US" dirty="0">
              <a:latin typeface="Arial"/>
            </a:endParaRPr>
          </a:p>
        </p:txBody>
      </p:sp>
    </p:spTree>
    <p:extLst>
      <p:ext uri="{BB962C8B-B14F-4D97-AF65-F5344CB8AC3E}">
        <p14:creationId xmlns:p14="http://schemas.microsoft.com/office/powerpoint/2010/main" val="2587855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ヒラギノ角ゴ Pro W3" pitchFamily="123" charset="-128"/>
              </a:defRPr>
            </a:lvl1pPr>
            <a:lvl2pPr marL="742950" indent="-285750">
              <a:defRPr sz="2400">
                <a:solidFill>
                  <a:schemeClr val="tx1"/>
                </a:solidFill>
                <a:latin typeface="Arial" panose="020B0604020202020204" pitchFamily="34" charset="0"/>
                <a:ea typeface="ヒラギノ角ゴ Pro W3" pitchFamily="123" charset="-128"/>
              </a:defRPr>
            </a:lvl2pPr>
            <a:lvl3pPr marL="1143000" indent="-228600">
              <a:defRPr sz="2400">
                <a:solidFill>
                  <a:schemeClr val="tx1"/>
                </a:solidFill>
                <a:latin typeface="Arial" panose="020B0604020202020204" pitchFamily="34" charset="0"/>
                <a:ea typeface="ヒラギノ角ゴ Pro W3" pitchFamily="123" charset="-128"/>
              </a:defRPr>
            </a:lvl3pPr>
            <a:lvl4pPr marL="1600200" indent="-228600">
              <a:defRPr sz="2400">
                <a:solidFill>
                  <a:schemeClr val="tx1"/>
                </a:solidFill>
                <a:latin typeface="Arial" panose="020B0604020202020204" pitchFamily="34" charset="0"/>
                <a:ea typeface="ヒラギノ角ゴ Pro W3" pitchFamily="123" charset="-128"/>
              </a:defRPr>
            </a:lvl4pPr>
            <a:lvl5pPr marL="2057400" indent="-228600">
              <a:defRPr sz="2400">
                <a:solidFill>
                  <a:schemeClr val="tx1"/>
                </a:solidFill>
                <a:latin typeface="Arial" panose="020B0604020202020204" pitchFamily="34" charset="0"/>
                <a:ea typeface="ヒラギノ角ゴ Pro W3" pitchFamily="123"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9pPr>
          </a:lstStyle>
          <a:p>
            <a:fld id="{019389DA-B06D-471B-A696-7E12F13AF143}" type="slidenum">
              <a:rPr lang="en-US" sz="1200"/>
              <a:pPr/>
              <a:t>5</a:t>
            </a:fld>
            <a:endParaRPr lang="en-US" sz="1200" dirty="0"/>
          </a:p>
        </p:txBody>
      </p:sp>
      <p:sp>
        <p:nvSpPr>
          <p:cNvPr id="104451" name="Rectangle 2"/>
          <p:cNvSpPr>
            <a:spLocks noGrp="1" noRot="1" noChangeAspect="1" noChangeArrowheads="1" noTextEdit="1"/>
          </p:cNvSpPr>
          <p:nvPr>
            <p:ph type="sldImg"/>
          </p:nvPr>
        </p:nvSpPr>
        <p:spPr>
          <a:solidFill>
            <a:srgbClr val="FFFFFF"/>
          </a:solidFill>
          <a:ln/>
        </p:spPr>
      </p:sp>
      <p:sp>
        <p:nvSpPr>
          <p:cNvPr id="27651"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dirty="0">
              <a:latin typeface="Times New Roman" panose="02020603050405020304" pitchFamily="18" charset="0"/>
              <a:ea typeface="ヒラギノ角ゴ Pro W3" pitchFamily="123" charset="-128"/>
            </a:endParaRPr>
          </a:p>
        </p:txBody>
      </p:sp>
    </p:spTree>
    <p:extLst>
      <p:ext uri="{BB962C8B-B14F-4D97-AF65-F5344CB8AC3E}">
        <p14:creationId xmlns:p14="http://schemas.microsoft.com/office/powerpoint/2010/main" val="37892242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ヒラギノ角ゴ Pro W3" pitchFamily="123" charset="-128"/>
              </a:defRPr>
            </a:lvl1pPr>
            <a:lvl2pPr marL="742950" indent="-285750">
              <a:defRPr sz="2400">
                <a:solidFill>
                  <a:schemeClr val="tx1"/>
                </a:solidFill>
                <a:latin typeface="Arial" panose="020B0604020202020204" pitchFamily="34" charset="0"/>
                <a:ea typeface="ヒラギノ角ゴ Pro W3" pitchFamily="123" charset="-128"/>
              </a:defRPr>
            </a:lvl2pPr>
            <a:lvl3pPr marL="1143000" indent="-228600">
              <a:defRPr sz="2400">
                <a:solidFill>
                  <a:schemeClr val="tx1"/>
                </a:solidFill>
                <a:latin typeface="Arial" panose="020B0604020202020204" pitchFamily="34" charset="0"/>
                <a:ea typeface="ヒラギノ角ゴ Pro W3" pitchFamily="123" charset="-128"/>
              </a:defRPr>
            </a:lvl3pPr>
            <a:lvl4pPr marL="1600200" indent="-228600">
              <a:defRPr sz="2400">
                <a:solidFill>
                  <a:schemeClr val="tx1"/>
                </a:solidFill>
                <a:latin typeface="Arial" panose="020B0604020202020204" pitchFamily="34" charset="0"/>
                <a:ea typeface="ヒラギノ角ゴ Pro W3" pitchFamily="123" charset="-128"/>
              </a:defRPr>
            </a:lvl4pPr>
            <a:lvl5pPr marL="2057400" indent="-228600">
              <a:defRPr sz="2400">
                <a:solidFill>
                  <a:schemeClr val="tx1"/>
                </a:solidFill>
                <a:latin typeface="Arial" panose="020B0604020202020204" pitchFamily="34" charset="0"/>
                <a:ea typeface="ヒラギノ角ゴ Pro W3" pitchFamily="123"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9pPr>
          </a:lstStyle>
          <a:p>
            <a:fld id="{53DC2A71-419D-4B5D-BA00-BA40EE3A742C}" type="slidenum">
              <a:rPr lang="en-US" sz="1200"/>
              <a:pPr/>
              <a:t>7</a:t>
            </a:fld>
            <a:endParaRPr lang="en-US" sz="1200" dirty="0"/>
          </a:p>
        </p:txBody>
      </p:sp>
      <p:sp>
        <p:nvSpPr>
          <p:cNvPr id="107523" name="Rectangle 2"/>
          <p:cNvSpPr>
            <a:spLocks noGrp="1" noRot="1" noChangeAspect="1" noChangeArrowheads="1" noTextEdit="1"/>
          </p:cNvSpPr>
          <p:nvPr>
            <p:ph type="sldImg"/>
          </p:nvPr>
        </p:nvSpPr>
        <p:spPr>
          <a:solidFill>
            <a:srgbClr val="FFFFFF"/>
          </a:solidFill>
          <a:ln/>
        </p:spPr>
      </p:sp>
      <p:sp>
        <p:nvSpPr>
          <p:cNvPr id="33795"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dirty="0">
              <a:latin typeface="Times New Roman" panose="02020603050405020304" pitchFamily="18" charset="0"/>
              <a:ea typeface="ヒラギノ角ゴ Pro W3" pitchFamily="123" charset="-128"/>
            </a:endParaRPr>
          </a:p>
        </p:txBody>
      </p:sp>
    </p:spTree>
    <p:extLst>
      <p:ext uri="{BB962C8B-B14F-4D97-AF65-F5344CB8AC3E}">
        <p14:creationId xmlns:p14="http://schemas.microsoft.com/office/powerpoint/2010/main" val="40821279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ヒラギノ角ゴ Pro W3" pitchFamily="123" charset="-128"/>
              </a:defRPr>
            </a:lvl1pPr>
            <a:lvl2pPr marL="742950" indent="-285750">
              <a:defRPr sz="2400">
                <a:solidFill>
                  <a:schemeClr val="tx1"/>
                </a:solidFill>
                <a:latin typeface="Arial" panose="020B0604020202020204" pitchFamily="34" charset="0"/>
                <a:ea typeface="ヒラギノ角ゴ Pro W3" pitchFamily="123" charset="-128"/>
              </a:defRPr>
            </a:lvl2pPr>
            <a:lvl3pPr marL="1143000" indent="-228600">
              <a:defRPr sz="2400">
                <a:solidFill>
                  <a:schemeClr val="tx1"/>
                </a:solidFill>
                <a:latin typeface="Arial" panose="020B0604020202020204" pitchFamily="34" charset="0"/>
                <a:ea typeface="ヒラギノ角ゴ Pro W3" pitchFamily="123" charset="-128"/>
              </a:defRPr>
            </a:lvl3pPr>
            <a:lvl4pPr marL="1600200" indent="-228600">
              <a:defRPr sz="2400">
                <a:solidFill>
                  <a:schemeClr val="tx1"/>
                </a:solidFill>
                <a:latin typeface="Arial" panose="020B0604020202020204" pitchFamily="34" charset="0"/>
                <a:ea typeface="ヒラギノ角ゴ Pro W3" pitchFamily="123" charset="-128"/>
              </a:defRPr>
            </a:lvl4pPr>
            <a:lvl5pPr marL="2057400" indent="-228600">
              <a:defRPr sz="2400">
                <a:solidFill>
                  <a:schemeClr val="tx1"/>
                </a:solidFill>
                <a:latin typeface="Arial" panose="020B0604020202020204" pitchFamily="34" charset="0"/>
                <a:ea typeface="ヒラギノ角ゴ Pro W3" pitchFamily="123"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9pPr>
          </a:lstStyle>
          <a:p>
            <a:fld id="{434C5643-9C4B-4042-AF51-7498102B74F3}" type="slidenum">
              <a:rPr lang="en-US" sz="1200"/>
              <a:pPr/>
              <a:t>9</a:t>
            </a:fld>
            <a:endParaRPr lang="en-US" sz="1200" dirty="0"/>
          </a:p>
        </p:txBody>
      </p:sp>
      <p:sp>
        <p:nvSpPr>
          <p:cNvPr id="109571" name="Rectangle 2"/>
          <p:cNvSpPr>
            <a:spLocks noGrp="1" noRot="1" noChangeAspect="1" noChangeArrowheads="1" noTextEdit="1"/>
          </p:cNvSpPr>
          <p:nvPr>
            <p:ph type="sldImg"/>
          </p:nvPr>
        </p:nvSpPr>
        <p:spPr>
          <a:solidFill>
            <a:srgbClr val="FFFFFF"/>
          </a:solidFill>
          <a:ln/>
        </p:spPr>
      </p:sp>
      <p:sp>
        <p:nvSpPr>
          <p:cNvPr id="37891"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latin typeface="Arial"/>
              </a:rPr>
              <a:t>Figure 27.5 An endospore</a:t>
            </a:r>
          </a:p>
        </p:txBody>
      </p:sp>
    </p:spTree>
    <p:extLst>
      <p:ext uri="{BB962C8B-B14F-4D97-AF65-F5344CB8AC3E}">
        <p14:creationId xmlns:p14="http://schemas.microsoft.com/office/powerpoint/2010/main" val="33658824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ヒラギノ角ゴ Pro W3" pitchFamily="123" charset="-128"/>
              </a:defRPr>
            </a:lvl1pPr>
            <a:lvl2pPr marL="742950" indent="-285750">
              <a:defRPr sz="2400">
                <a:solidFill>
                  <a:schemeClr val="tx1"/>
                </a:solidFill>
                <a:latin typeface="Arial" panose="020B0604020202020204" pitchFamily="34" charset="0"/>
                <a:ea typeface="ヒラギノ角ゴ Pro W3" pitchFamily="123" charset="-128"/>
              </a:defRPr>
            </a:lvl2pPr>
            <a:lvl3pPr marL="1143000" indent="-228600">
              <a:defRPr sz="2400">
                <a:solidFill>
                  <a:schemeClr val="tx1"/>
                </a:solidFill>
                <a:latin typeface="Arial" panose="020B0604020202020204" pitchFamily="34" charset="0"/>
                <a:ea typeface="ヒラギノ角ゴ Pro W3" pitchFamily="123" charset="-128"/>
              </a:defRPr>
            </a:lvl3pPr>
            <a:lvl4pPr marL="1600200" indent="-228600">
              <a:defRPr sz="2400">
                <a:solidFill>
                  <a:schemeClr val="tx1"/>
                </a:solidFill>
                <a:latin typeface="Arial" panose="020B0604020202020204" pitchFamily="34" charset="0"/>
                <a:ea typeface="ヒラギノ角ゴ Pro W3" pitchFamily="123" charset="-128"/>
              </a:defRPr>
            </a:lvl4pPr>
            <a:lvl5pPr marL="2057400" indent="-228600">
              <a:defRPr sz="2400">
                <a:solidFill>
                  <a:schemeClr val="tx1"/>
                </a:solidFill>
                <a:latin typeface="Arial" panose="020B0604020202020204" pitchFamily="34" charset="0"/>
                <a:ea typeface="ヒラギノ角ゴ Pro W3" pitchFamily="123"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9pPr>
          </a:lstStyle>
          <a:p>
            <a:fld id="{2E4F0647-EED3-4F5A-81AF-1750307F3110}" type="slidenum">
              <a:rPr lang="en-US" sz="1200"/>
              <a:pPr/>
              <a:t>10</a:t>
            </a:fld>
            <a:endParaRPr lang="en-US" sz="1200" dirty="0"/>
          </a:p>
        </p:txBody>
      </p:sp>
      <p:sp>
        <p:nvSpPr>
          <p:cNvPr id="111619" name="Rectangle 2"/>
          <p:cNvSpPr>
            <a:spLocks noGrp="1" noRot="1" noChangeAspect="1" noChangeArrowheads="1" noTextEdit="1"/>
          </p:cNvSpPr>
          <p:nvPr>
            <p:ph type="sldImg"/>
          </p:nvPr>
        </p:nvSpPr>
        <p:spPr>
          <a:solidFill>
            <a:srgbClr val="FFFFFF"/>
          </a:solidFill>
          <a:ln/>
        </p:spPr>
      </p:sp>
      <p:sp>
        <p:nvSpPr>
          <p:cNvPr id="41987"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latin typeface="Arial"/>
              </a:rPr>
              <a:t>Figure 27.6 Fimbriae</a:t>
            </a:r>
          </a:p>
        </p:txBody>
      </p:sp>
    </p:spTree>
    <p:extLst>
      <p:ext uri="{BB962C8B-B14F-4D97-AF65-F5344CB8AC3E}">
        <p14:creationId xmlns:p14="http://schemas.microsoft.com/office/powerpoint/2010/main" val="42875567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ヒラギノ角ゴ Pro W3" pitchFamily="123" charset="-128"/>
              </a:defRPr>
            </a:lvl1pPr>
            <a:lvl2pPr marL="742950" indent="-285750">
              <a:defRPr sz="2400">
                <a:solidFill>
                  <a:schemeClr val="tx1"/>
                </a:solidFill>
                <a:latin typeface="Arial" panose="020B0604020202020204" pitchFamily="34" charset="0"/>
                <a:ea typeface="ヒラギノ角ゴ Pro W3" pitchFamily="123" charset="-128"/>
              </a:defRPr>
            </a:lvl2pPr>
            <a:lvl3pPr marL="1143000" indent="-228600">
              <a:defRPr sz="2400">
                <a:solidFill>
                  <a:schemeClr val="tx1"/>
                </a:solidFill>
                <a:latin typeface="Arial" panose="020B0604020202020204" pitchFamily="34" charset="0"/>
                <a:ea typeface="ヒラギノ角ゴ Pro W3" pitchFamily="123" charset="-128"/>
              </a:defRPr>
            </a:lvl3pPr>
            <a:lvl4pPr marL="1600200" indent="-228600">
              <a:defRPr sz="2400">
                <a:solidFill>
                  <a:schemeClr val="tx1"/>
                </a:solidFill>
                <a:latin typeface="Arial" panose="020B0604020202020204" pitchFamily="34" charset="0"/>
                <a:ea typeface="ヒラギノ角ゴ Pro W3" pitchFamily="123" charset="-128"/>
              </a:defRPr>
            </a:lvl4pPr>
            <a:lvl5pPr marL="2057400" indent="-228600">
              <a:defRPr sz="2400">
                <a:solidFill>
                  <a:schemeClr val="tx1"/>
                </a:solidFill>
                <a:latin typeface="Arial" panose="020B0604020202020204" pitchFamily="34" charset="0"/>
                <a:ea typeface="ヒラギノ角ゴ Pro W3" pitchFamily="123"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9pPr>
          </a:lstStyle>
          <a:p>
            <a:fld id="{45EB291B-0CE0-4D40-89DE-7B039E2B7BEE}" type="slidenum">
              <a:rPr lang="en-US" sz="1200"/>
              <a:pPr/>
              <a:t>11</a:t>
            </a:fld>
            <a:endParaRPr lang="en-US" sz="1200" dirty="0"/>
          </a:p>
        </p:txBody>
      </p:sp>
      <p:sp>
        <p:nvSpPr>
          <p:cNvPr id="113667" name="Rectangle 2"/>
          <p:cNvSpPr>
            <a:spLocks noGrp="1" noRot="1" noChangeAspect="1" noChangeArrowheads="1" noTextEdit="1"/>
          </p:cNvSpPr>
          <p:nvPr>
            <p:ph type="sldImg"/>
          </p:nvPr>
        </p:nvSpPr>
        <p:spPr>
          <a:solidFill>
            <a:srgbClr val="FFFFFF"/>
          </a:solidFill>
          <a:ln/>
        </p:spPr>
      </p:sp>
      <p:sp>
        <p:nvSpPr>
          <p:cNvPr id="46083"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dirty="0">
              <a:latin typeface="Times New Roman" panose="02020603050405020304" pitchFamily="18" charset="0"/>
              <a:ea typeface="ヒラギノ角ゴ Pro W3" pitchFamily="123" charset="-128"/>
            </a:endParaRPr>
          </a:p>
        </p:txBody>
      </p:sp>
    </p:spTree>
    <p:extLst>
      <p:ext uri="{BB962C8B-B14F-4D97-AF65-F5344CB8AC3E}">
        <p14:creationId xmlns:p14="http://schemas.microsoft.com/office/powerpoint/2010/main" val="19980059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ヒラギノ角ゴ Pro W3" pitchFamily="123" charset="-128"/>
              </a:defRPr>
            </a:lvl1pPr>
            <a:lvl2pPr marL="742950" indent="-285750">
              <a:defRPr sz="2400">
                <a:solidFill>
                  <a:schemeClr val="tx1"/>
                </a:solidFill>
                <a:latin typeface="Arial" panose="020B0604020202020204" pitchFamily="34" charset="0"/>
                <a:ea typeface="ヒラギノ角ゴ Pro W3" pitchFamily="123" charset="-128"/>
              </a:defRPr>
            </a:lvl2pPr>
            <a:lvl3pPr marL="1143000" indent="-228600">
              <a:defRPr sz="2400">
                <a:solidFill>
                  <a:schemeClr val="tx1"/>
                </a:solidFill>
                <a:latin typeface="Arial" panose="020B0604020202020204" pitchFamily="34" charset="0"/>
                <a:ea typeface="ヒラギノ角ゴ Pro W3" pitchFamily="123" charset="-128"/>
              </a:defRPr>
            </a:lvl3pPr>
            <a:lvl4pPr marL="1600200" indent="-228600">
              <a:defRPr sz="2400">
                <a:solidFill>
                  <a:schemeClr val="tx1"/>
                </a:solidFill>
                <a:latin typeface="Arial" panose="020B0604020202020204" pitchFamily="34" charset="0"/>
                <a:ea typeface="ヒラギノ角ゴ Pro W3" pitchFamily="123" charset="-128"/>
              </a:defRPr>
            </a:lvl4pPr>
            <a:lvl5pPr marL="2057400" indent="-228600">
              <a:defRPr sz="2400">
                <a:solidFill>
                  <a:schemeClr val="tx1"/>
                </a:solidFill>
                <a:latin typeface="Arial" panose="020B0604020202020204" pitchFamily="34" charset="0"/>
                <a:ea typeface="ヒラギノ角ゴ Pro W3" pitchFamily="123"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9pPr>
          </a:lstStyle>
          <a:p>
            <a:fld id="{F0B49355-F58F-4596-9BF9-499611296F29}" type="slidenum">
              <a:rPr lang="en-US" sz="1200"/>
              <a:pPr/>
              <a:t>12</a:t>
            </a:fld>
            <a:endParaRPr lang="en-US" sz="1200" dirty="0"/>
          </a:p>
        </p:txBody>
      </p:sp>
      <p:sp>
        <p:nvSpPr>
          <p:cNvPr id="117763" name="Rectangle 2"/>
          <p:cNvSpPr>
            <a:spLocks noGrp="1" noRot="1" noChangeAspect="1" noChangeArrowheads="1" noTextEdit="1"/>
          </p:cNvSpPr>
          <p:nvPr>
            <p:ph type="sldImg"/>
          </p:nvPr>
        </p:nvSpPr>
        <p:spPr>
          <a:solidFill>
            <a:srgbClr val="FFFFFF"/>
          </a:solidFill>
          <a:ln/>
        </p:spPr>
      </p:sp>
      <p:sp>
        <p:nvSpPr>
          <p:cNvPr id="54275"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latin typeface="Arial"/>
              </a:rPr>
              <a:t>Figure 27.8 Specialized membranes of prokaryotes</a:t>
            </a:r>
          </a:p>
        </p:txBody>
      </p:sp>
    </p:spTree>
    <p:extLst>
      <p:ext uri="{BB962C8B-B14F-4D97-AF65-F5344CB8AC3E}">
        <p14:creationId xmlns:p14="http://schemas.microsoft.com/office/powerpoint/2010/main" val="22740313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ヒラギノ角ゴ Pro W3" pitchFamily="123" charset="-128"/>
              </a:defRPr>
            </a:lvl1pPr>
            <a:lvl2pPr marL="742950" indent="-285750">
              <a:defRPr sz="2400">
                <a:solidFill>
                  <a:schemeClr val="tx1"/>
                </a:solidFill>
                <a:latin typeface="Arial" panose="020B0604020202020204" pitchFamily="34" charset="0"/>
                <a:ea typeface="ヒラギノ角ゴ Pro W3" pitchFamily="123" charset="-128"/>
              </a:defRPr>
            </a:lvl2pPr>
            <a:lvl3pPr marL="1143000" indent="-228600">
              <a:defRPr sz="2400">
                <a:solidFill>
                  <a:schemeClr val="tx1"/>
                </a:solidFill>
                <a:latin typeface="Arial" panose="020B0604020202020204" pitchFamily="34" charset="0"/>
                <a:ea typeface="ヒラギノ角ゴ Pro W3" pitchFamily="123" charset="-128"/>
              </a:defRPr>
            </a:lvl3pPr>
            <a:lvl4pPr marL="1600200" indent="-228600">
              <a:defRPr sz="2400">
                <a:solidFill>
                  <a:schemeClr val="tx1"/>
                </a:solidFill>
                <a:latin typeface="Arial" panose="020B0604020202020204" pitchFamily="34" charset="0"/>
                <a:ea typeface="ヒラギノ角ゴ Pro W3" pitchFamily="123" charset="-128"/>
              </a:defRPr>
            </a:lvl4pPr>
            <a:lvl5pPr marL="2057400" indent="-228600">
              <a:defRPr sz="2400">
                <a:solidFill>
                  <a:schemeClr val="tx1"/>
                </a:solidFill>
                <a:latin typeface="Arial" panose="020B0604020202020204" pitchFamily="34" charset="0"/>
                <a:ea typeface="ヒラギノ角ゴ Pro W3" pitchFamily="123"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9pPr>
          </a:lstStyle>
          <a:p>
            <a:fld id="{45F8AF0A-7D45-4821-A61D-969E8305C198}" type="slidenum">
              <a:rPr lang="en-US" sz="1200"/>
              <a:pPr/>
              <a:t>13</a:t>
            </a:fld>
            <a:endParaRPr lang="en-US" sz="1200" dirty="0"/>
          </a:p>
        </p:txBody>
      </p:sp>
      <p:sp>
        <p:nvSpPr>
          <p:cNvPr id="119811" name="Rectangle 2"/>
          <p:cNvSpPr>
            <a:spLocks noGrp="1" noRot="1" noChangeAspect="1" noChangeArrowheads="1" noTextEdit="1"/>
          </p:cNvSpPr>
          <p:nvPr>
            <p:ph type="sldImg"/>
          </p:nvPr>
        </p:nvSpPr>
        <p:spPr>
          <a:solidFill>
            <a:srgbClr val="FFFFFF"/>
          </a:solidFill>
          <a:ln/>
        </p:spPr>
      </p:sp>
      <p:sp>
        <p:nvSpPr>
          <p:cNvPr id="58371"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dirty="0">
              <a:latin typeface="Times New Roman" panose="02020603050405020304" pitchFamily="18" charset="0"/>
              <a:ea typeface="ヒラギノ角ゴ Pro W3" pitchFamily="123" charset="-128"/>
            </a:endParaRPr>
          </a:p>
        </p:txBody>
      </p:sp>
    </p:spTree>
    <p:extLst>
      <p:ext uri="{BB962C8B-B14F-4D97-AF65-F5344CB8AC3E}">
        <p14:creationId xmlns:p14="http://schemas.microsoft.com/office/powerpoint/2010/main" val="41749311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ヒラギノ角ゴ Pro W3" pitchFamily="123" charset="-128"/>
              </a:defRPr>
            </a:lvl1pPr>
            <a:lvl2pPr marL="742950" indent="-285750">
              <a:defRPr sz="2400">
                <a:solidFill>
                  <a:schemeClr val="tx1"/>
                </a:solidFill>
                <a:latin typeface="Arial" panose="020B0604020202020204" pitchFamily="34" charset="0"/>
                <a:ea typeface="ヒラギノ角ゴ Pro W3" pitchFamily="123" charset="-128"/>
              </a:defRPr>
            </a:lvl2pPr>
            <a:lvl3pPr marL="1143000" indent="-228600">
              <a:defRPr sz="2400">
                <a:solidFill>
                  <a:schemeClr val="tx1"/>
                </a:solidFill>
                <a:latin typeface="Arial" panose="020B0604020202020204" pitchFamily="34" charset="0"/>
                <a:ea typeface="ヒラギノ角ゴ Pro W3" pitchFamily="123" charset="-128"/>
              </a:defRPr>
            </a:lvl3pPr>
            <a:lvl4pPr marL="1600200" indent="-228600">
              <a:defRPr sz="2400">
                <a:solidFill>
                  <a:schemeClr val="tx1"/>
                </a:solidFill>
                <a:latin typeface="Arial" panose="020B0604020202020204" pitchFamily="34" charset="0"/>
                <a:ea typeface="ヒラギノ角ゴ Pro W3" pitchFamily="123" charset="-128"/>
              </a:defRPr>
            </a:lvl4pPr>
            <a:lvl5pPr marL="2057400" indent="-228600">
              <a:defRPr sz="2400">
                <a:solidFill>
                  <a:schemeClr val="tx1"/>
                </a:solidFill>
                <a:latin typeface="Arial" panose="020B0604020202020204" pitchFamily="34" charset="0"/>
                <a:ea typeface="ヒラギノ角ゴ Pro W3" pitchFamily="123"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9pPr>
          </a:lstStyle>
          <a:p>
            <a:fld id="{12A5D8E8-4DE8-48A5-8FFA-5C7116BE71FA}" type="slidenum">
              <a:rPr lang="en-US" sz="1200"/>
              <a:pPr/>
              <a:t>14</a:t>
            </a:fld>
            <a:endParaRPr lang="en-US" sz="1200" dirty="0"/>
          </a:p>
        </p:txBody>
      </p:sp>
      <p:sp>
        <p:nvSpPr>
          <p:cNvPr id="122883" name="Rectangle 2"/>
          <p:cNvSpPr>
            <a:spLocks noGrp="1" noRot="1" noChangeAspect="1" noChangeArrowheads="1" noTextEdit="1"/>
          </p:cNvSpPr>
          <p:nvPr>
            <p:ph type="sldImg"/>
          </p:nvPr>
        </p:nvSpPr>
        <p:spPr>
          <a:solidFill>
            <a:srgbClr val="FFFFFF"/>
          </a:solidFill>
          <a:ln/>
        </p:spPr>
      </p:sp>
      <p:sp>
        <p:nvSpPr>
          <p:cNvPr id="64515"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dirty="0">
              <a:latin typeface="Times New Roman" panose="02020603050405020304" pitchFamily="18" charset="0"/>
              <a:ea typeface="ヒラギノ角ゴ Pro W3" pitchFamily="123" charset="-128"/>
            </a:endParaRPr>
          </a:p>
        </p:txBody>
      </p:sp>
    </p:spTree>
    <p:extLst>
      <p:ext uri="{BB962C8B-B14F-4D97-AF65-F5344CB8AC3E}">
        <p14:creationId xmlns:p14="http://schemas.microsoft.com/office/powerpoint/2010/main" val="17398598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ヒラギノ角ゴ Pro W3" pitchFamily="123" charset="-128"/>
              </a:defRPr>
            </a:lvl1pPr>
            <a:lvl2pPr marL="742950" indent="-285750">
              <a:defRPr sz="2400">
                <a:solidFill>
                  <a:schemeClr val="tx1"/>
                </a:solidFill>
                <a:latin typeface="Arial" panose="020B0604020202020204" pitchFamily="34" charset="0"/>
                <a:ea typeface="ヒラギノ角ゴ Pro W3" pitchFamily="123" charset="-128"/>
              </a:defRPr>
            </a:lvl2pPr>
            <a:lvl3pPr marL="1143000" indent="-228600">
              <a:defRPr sz="2400">
                <a:solidFill>
                  <a:schemeClr val="tx1"/>
                </a:solidFill>
                <a:latin typeface="Arial" panose="020B0604020202020204" pitchFamily="34" charset="0"/>
                <a:ea typeface="ヒラギノ角ゴ Pro W3" pitchFamily="123" charset="-128"/>
              </a:defRPr>
            </a:lvl3pPr>
            <a:lvl4pPr marL="1600200" indent="-228600">
              <a:defRPr sz="2400">
                <a:solidFill>
                  <a:schemeClr val="tx1"/>
                </a:solidFill>
                <a:latin typeface="Arial" panose="020B0604020202020204" pitchFamily="34" charset="0"/>
                <a:ea typeface="ヒラギノ角ゴ Pro W3" pitchFamily="123" charset="-128"/>
              </a:defRPr>
            </a:lvl4pPr>
            <a:lvl5pPr marL="2057400" indent="-228600">
              <a:defRPr sz="2400">
                <a:solidFill>
                  <a:schemeClr val="tx1"/>
                </a:solidFill>
                <a:latin typeface="Arial" panose="020B0604020202020204" pitchFamily="34" charset="0"/>
                <a:ea typeface="ヒラギノ角ゴ Pro W3" pitchFamily="123"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9pPr>
          </a:lstStyle>
          <a:p>
            <a:fld id="{6481FB0E-2449-4C11-BCD9-C0D1D77179B5}" type="slidenum">
              <a:rPr lang="en-US" sz="1200"/>
              <a:pPr/>
              <a:t>15</a:t>
            </a:fld>
            <a:endParaRPr lang="en-US" sz="1200" dirty="0"/>
          </a:p>
        </p:txBody>
      </p:sp>
      <p:sp>
        <p:nvSpPr>
          <p:cNvPr id="123907" name="Rectangle 2"/>
          <p:cNvSpPr>
            <a:spLocks noGrp="1" noRot="1" noChangeAspect="1" noChangeArrowheads="1" noTextEdit="1"/>
          </p:cNvSpPr>
          <p:nvPr>
            <p:ph type="sldImg"/>
          </p:nvPr>
        </p:nvSpPr>
        <p:spPr>
          <a:solidFill>
            <a:srgbClr val="FFFFFF"/>
          </a:solidFill>
          <a:ln/>
        </p:spPr>
      </p:sp>
      <p:sp>
        <p:nvSpPr>
          <p:cNvPr id="66563"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dirty="0">
              <a:latin typeface="Times New Roman" panose="02020603050405020304" pitchFamily="18" charset="0"/>
              <a:ea typeface="ヒラギノ角ゴ Pro W3" pitchFamily="123" charset="-128"/>
            </a:endParaRPr>
          </a:p>
        </p:txBody>
      </p:sp>
    </p:spTree>
    <p:extLst>
      <p:ext uri="{BB962C8B-B14F-4D97-AF65-F5344CB8AC3E}">
        <p14:creationId xmlns:p14="http://schemas.microsoft.com/office/powerpoint/2010/main" val="3364286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ヒラギノ角ゴ Pro W3" pitchFamily="123" charset="-128"/>
              </a:defRPr>
            </a:lvl1pPr>
            <a:lvl2pPr marL="742950" indent="-285750">
              <a:defRPr sz="2400">
                <a:solidFill>
                  <a:schemeClr val="tx1"/>
                </a:solidFill>
                <a:latin typeface="Arial" panose="020B0604020202020204" pitchFamily="34" charset="0"/>
                <a:ea typeface="ヒラギノ角ゴ Pro W3" pitchFamily="123" charset="-128"/>
              </a:defRPr>
            </a:lvl2pPr>
            <a:lvl3pPr marL="1143000" indent="-228600">
              <a:defRPr sz="2400">
                <a:solidFill>
                  <a:schemeClr val="tx1"/>
                </a:solidFill>
                <a:latin typeface="Arial" panose="020B0604020202020204" pitchFamily="34" charset="0"/>
                <a:ea typeface="ヒラギノ角ゴ Pro W3" pitchFamily="123" charset="-128"/>
              </a:defRPr>
            </a:lvl3pPr>
            <a:lvl4pPr marL="1600200" indent="-228600">
              <a:defRPr sz="2400">
                <a:solidFill>
                  <a:schemeClr val="tx1"/>
                </a:solidFill>
                <a:latin typeface="Arial" panose="020B0604020202020204" pitchFamily="34" charset="0"/>
                <a:ea typeface="ヒラギノ角ゴ Pro W3" pitchFamily="123" charset="-128"/>
              </a:defRPr>
            </a:lvl4pPr>
            <a:lvl5pPr marL="2057400" indent="-228600">
              <a:defRPr sz="2400">
                <a:solidFill>
                  <a:schemeClr val="tx1"/>
                </a:solidFill>
                <a:latin typeface="Arial" panose="020B0604020202020204" pitchFamily="34" charset="0"/>
                <a:ea typeface="ヒラギノ角ゴ Pro W3" pitchFamily="123"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9pPr>
          </a:lstStyle>
          <a:p>
            <a:fld id="{B49FB618-B73B-447A-A13F-9A9C5F8DAECB}" type="slidenum">
              <a:rPr lang="en-US" sz="1200"/>
              <a:pPr/>
              <a:t>16</a:t>
            </a:fld>
            <a:endParaRPr lang="en-US" sz="1200" dirty="0"/>
          </a:p>
        </p:txBody>
      </p:sp>
      <p:sp>
        <p:nvSpPr>
          <p:cNvPr id="124931" name="Rectangle 2"/>
          <p:cNvSpPr>
            <a:spLocks noGrp="1" noRot="1" noChangeAspect="1" noChangeArrowheads="1" noTextEdit="1"/>
          </p:cNvSpPr>
          <p:nvPr>
            <p:ph type="sldImg"/>
          </p:nvPr>
        </p:nvSpPr>
        <p:spPr>
          <a:solidFill>
            <a:srgbClr val="FFFFFF"/>
          </a:solidFill>
          <a:ln/>
        </p:spPr>
      </p:sp>
      <p:sp>
        <p:nvSpPr>
          <p:cNvPr id="68611"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dirty="0">
              <a:latin typeface="Times New Roman" panose="02020603050405020304" pitchFamily="18" charset="0"/>
              <a:ea typeface="ヒラギノ角ゴ Pro W3" pitchFamily="123" charset="-128"/>
            </a:endParaRPr>
          </a:p>
        </p:txBody>
      </p:sp>
    </p:spTree>
    <p:extLst>
      <p:ext uri="{BB962C8B-B14F-4D97-AF65-F5344CB8AC3E}">
        <p14:creationId xmlns:p14="http://schemas.microsoft.com/office/powerpoint/2010/main" val="30365526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ヒラギノ角ゴ Pro W3" pitchFamily="123" charset="-128"/>
              </a:defRPr>
            </a:lvl1pPr>
            <a:lvl2pPr marL="742950" indent="-285750">
              <a:defRPr sz="2400">
                <a:solidFill>
                  <a:schemeClr val="tx1"/>
                </a:solidFill>
                <a:latin typeface="Arial" panose="020B0604020202020204" pitchFamily="34" charset="0"/>
                <a:ea typeface="ヒラギノ角ゴ Pro W3" pitchFamily="123" charset="-128"/>
              </a:defRPr>
            </a:lvl2pPr>
            <a:lvl3pPr marL="1143000" indent="-228600">
              <a:defRPr sz="2400">
                <a:solidFill>
                  <a:schemeClr val="tx1"/>
                </a:solidFill>
                <a:latin typeface="Arial" panose="020B0604020202020204" pitchFamily="34" charset="0"/>
                <a:ea typeface="ヒラギノ角ゴ Pro W3" pitchFamily="123" charset="-128"/>
              </a:defRPr>
            </a:lvl3pPr>
            <a:lvl4pPr marL="1600200" indent="-228600">
              <a:defRPr sz="2400">
                <a:solidFill>
                  <a:schemeClr val="tx1"/>
                </a:solidFill>
                <a:latin typeface="Arial" panose="020B0604020202020204" pitchFamily="34" charset="0"/>
                <a:ea typeface="ヒラギノ角ゴ Pro W3" pitchFamily="123" charset="-128"/>
              </a:defRPr>
            </a:lvl4pPr>
            <a:lvl5pPr marL="2057400" indent="-228600">
              <a:defRPr sz="2400">
                <a:solidFill>
                  <a:schemeClr val="tx1"/>
                </a:solidFill>
                <a:latin typeface="Arial" panose="020B0604020202020204" pitchFamily="34" charset="0"/>
                <a:ea typeface="ヒラギノ角ゴ Pro W3" pitchFamily="123"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9pPr>
          </a:lstStyle>
          <a:p>
            <a:fld id="{90115065-0B1F-4BF8-BAC6-E8C83681A769}" type="slidenum">
              <a:rPr lang="en-US" sz="1200"/>
              <a:pPr/>
              <a:t>17</a:t>
            </a:fld>
            <a:endParaRPr lang="en-US" sz="1200" dirty="0"/>
          </a:p>
        </p:txBody>
      </p:sp>
      <p:sp>
        <p:nvSpPr>
          <p:cNvPr id="126979" name="Rectangle 2"/>
          <p:cNvSpPr>
            <a:spLocks noGrp="1" noRot="1" noChangeAspect="1" noChangeArrowheads="1" noTextEdit="1"/>
          </p:cNvSpPr>
          <p:nvPr>
            <p:ph type="sldImg"/>
          </p:nvPr>
        </p:nvSpPr>
        <p:spPr>
          <a:solidFill>
            <a:srgbClr val="FFFFFF"/>
          </a:solidFill>
          <a:ln/>
        </p:spPr>
      </p:sp>
      <p:sp>
        <p:nvSpPr>
          <p:cNvPr id="72707"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dirty="0">
              <a:latin typeface="Times New Roman" panose="02020603050405020304" pitchFamily="18" charset="0"/>
              <a:ea typeface="ヒラギノ角ゴ Pro W3" pitchFamily="123" charset="-128"/>
            </a:endParaRPr>
          </a:p>
        </p:txBody>
      </p:sp>
    </p:spTree>
    <p:extLst>
      <p:ext uri="{BB962C8B-B14F-4D97-AF65-F5344CB8AC3E}">
        <p14:creationId xmlns:p14="http://schemas.microsoft.com/office/powerpoint/2010/main" val="41493034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ヒラギノ角ゴ Pro W3" pitchFamily="123" charset="-128"/>
              </a:defRPr>
            </a:lvl1pPr>
            <a:lvl2pPr marL="742950" indent="-285750">
              <a:defRPr sz="2400">
                <a:solidFill>
                  <a:schemeClr val="tx1"/>
                </a:solidFill>
                <a:latin typeface="Arial" panose="020B0604020202020204" pitchFamily="34" charset="0"/>
                <a:ea typeface="ヒラギノ角ゴ Pro W3" pitchFamily="123" charset="-128"/>
              </a:defRPr>
            </a:lvl2pPr>
            <a:lvl3pPr marL="1143000" indent="-228600">
              <a:defRPr sz="2400">
                <a:solidFill>
                  <a:schemeClr val="tx1"/>
                </a:solidFill>
                <a:latin typeface="Arial" panose="020B0604020202020204" pitchFamily="34" charset="0"/>
                <a:ea typeface="ヒラギノ角ゴ Pro W3" pitchFamily="123" charset="-128"/>
              </a:defRPr>
            </a:lvl3pPr>
            <a:lvl4pPr marL="1600200" indent="-228600">
              <a:defRPr sz="2400">
                <a:solidFill>
                  <a:schemeClr val="tx1"/>
                </a:solidFill>
                <a:latin typeface="Arial" panose="020B0604020202020204" pitchFamily="34" charset="0"/>
                <a:ea typeface="ヒラギノ角ゴ Pro W3" pitchFamily="123" charset="-128"/>
              </a:defRPr>
            </a:lvl4pPr>
            <a:lvl5pPr marL="2057400" indent="-228600">
              <a:defRPr sz="2400">
                <a:solidFill>
                  <a:schemeClr val="tx1"/>
                </a:solidFill>
                <a:latin typeface="Arial" panose="020B0604020202020204" pitchFamily="34" charset="0"/>
                <a:ea typeface="ヒラギノ角ゴ Pro W3" pitchFamily="123"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9pPr>
          </a:lstStyle>
          <a:p>
            <a:fld id="{DDF9E4E9-AAFF-443F-AF86-F57B72877DD8}" type="slidenum">
              <a:rPr lang="en-US" sz="1200"/>
              <a:pPr/>
              <a:t>18</a:t>
            </a:fld>
            <a:endParaRPr lang="en-US" sz="1200" dirty="0"/>
          </a:p>
        </p:txBody>
      </p:sp>
      <p:sp>
        <p:nvSpPr>
          <p:cNvPr id="130051" name="Rectangle 2"/>
          <p:cNvSpPr>
            <a:spLocks noGrp="1" noRot="1" noChangeAspect="1" noChangeArrowheads="1" noTextEdit="1"/>
          </p:cNvSpPr>
          <p:nvPr>
            <p:ph type="sldImg"/>
          </p:nvPr>
        </p:nvSpPr>
        <p:spPr>
          <a:solidFill>
            <a:srgbClr val="FFFFFF"/>
          </a:solidFill>
          <a:ln/>
        </p:spPr>
      </p:sp>
      <p:sp>
        <p:nvSpPr>
          <p:cNvPr id="78851"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dirty="0">
              <a:latin typeface="Times New Roman" panose="02020603050405020304" pitchFamily="18" charset="0"/>
              <a:ea typeface="ヒラギノ角ゴ Pro W3" pitchFamily="123" charset="-128"/>
            </a:endParaRPr>
          </a:p>
        </p:txBody>
      </p:sp>
    </p:spTree>
    <p:extLst>
      <p:ext uri="{BB962C8B-B14F-4D97-AF65-F5344CB8AC3E}">
        <p14:creationId xmlns:p14="http://schemas.microsoft.com/office/powerpoint/2010/main" val="14754398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ヒラギノ角ゴ Pro W3" pitchFamily="123" charset="-128"/>
              </a:defRPr>
            </a:lvl1pPr>
            <a:lvl2pPr marL="742950" indent="-285750">
              <a:defRPr sz="2400">
                <a:solidFill>
                  <a:schemeClr val="tx1"/>
                </a:solidFill>
                <a:latin typeface="Arial" panose="020B0604020202020204" pitchFamily="34" charset="0"/>
                <a:ea typeface="ヒラギノ角ゴ Pro W3" pitchFamily="123" charset="-128"/>
              </a:defRPr>
            </a:lvl2pPr>
            <a:lvl3pPr marL="1143000" indent="-228600">
              <a:defRPr sz="2400">
                <a:solidFill>
                  <a:schemeClr val="tx1"/>
                </a:solidFill>
                <a:latin typeface="Arial" panose="020B0604020202020204" pitchFamily="34" charset="0"/>
                <a:ea typeface="ヒラギノ角ゴ Pro W3" pitchFamily="123" charset="-128"/>
              </a:defRPr>
            </a:lvl3pPr>
            <a:lvl4pPr marL="1600200" indent="-228600">
              <a:defRPr sz="2400">
                <a:solidFill>
                  <a:schemeClr val="tx1"/>
                </a:solidFill>
                <a:latin typeface="Arial" panose="020B0604020202020204" pitchFamily="34" charset="0"/>
                <a:ea typeface="ヒラギノ角ゴ Pro W3" pitchFamily="123" charset="-128"/>
              </a:defRPr>
            </a:lvl4pPr>
            <a:lvl5pPr marL="2057400" indent="-228600">
              <a:defRPr sz="2400">
                <a:solidFill>
                  <a:schemeClr val="tx1"/>
                </a:solidFill>
                <a:latin typeface="Arial" panose="020B0604020202020204" pitchFamily="34" charset="0"/>
                <a:ea typeface="ヒラギノ角ゴ Pro W3" pitchFamily="123"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9pPr>
          </a:lstStyle>
          <a:p>
            <a:fld id="{8F1FA298-4410-438B-AE5B-0D5B7619C1F9}" type="slidenum">
              <a:rPr lang="en-US" sz="1200"/>
              <a:pPr/>
              <a:t>19</a:t>
            </a:fld>
            <a:endParaRPr lang="en-US" sz="1200" dirty="0"/>
          </a:p>
        </p:txBody>
      </p:sp>
      <p:sp>
        <p:nvSpPr>
          <p:cNvPr id="132099" name="Rectangle 2"/>
          <p:cNvSpPr>
            <a:spLocks noGrp="1" noRot="1" noChangeAspect="1" noChangeArrowheads="1" noTextEdit="1"/>
          </p:cNvSpPr>
          <p:nvPr>
            <p:ph type="sldImg"/>
          </p:nvPr>
        </p:nvSpPr>
        <p:spPr>
          <a:solidFill>
            <a:srgbClr val="FFFFFF"/>
          </a:solidFill>
          <a:ln/>
        </p:spPr>
      </p:sp>
      <p:sp>
        <p:nvSpPr>
          <p:cNvPr id="82947"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dirty="0">
              <a:latin typeface="Times New Roman" panose="02020603050405020304" pitchFamily="18" charset="0"/>
              <a:ea typeface="ヒラギノ角ゴ Pro W3" pitchFamily="123" charset="-128"/>
            </a:endParaRPr>
          </a:p>
        </p:txBody>
      </p:sp>
    </p:spTree>
    <p:extLst>
      <p:ext uri="{BB962C8B-B14F-4D97-AF65-F5344CB8AC3E}">
        <p14:creationId xmlns:p14="http://schemas.microsoft.com/office/powerpoint/2010/main" val="33470965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ヒラギノ角ゴ Pro W3" pitchFamily="123" charset="-128"/>
              </a:defRPr>
            </a:lvl1pPr>
            <a:lvl2pPr marL="742950" indent="-285750">
              <a:defRPr sz="2400">
                <a:solidFill>
                  <a:schemeClr val="tx1"/>
                </a:solidFill>
                <a:latin typeface="Arial" panose="020B0604020202020204" pitchFamily="34" charset="0"/>
                <a:ea typeface="ヒラギノ角ゴ Pro W3" pitchFamily="123" charset="-128"/>
              </a:defRPr>
            </a:lvl2pPr>
            <a:lvl3pPr marL="1143000" indent="-228600">
              <a:defRPr sz="2400">
                <a:solidFill>
                  <a:schemeClr val="tx1"/>
                </a:solidFill>
                <a:latin typeface="Arial" panose="020B0604020202020204" pitchFamily="34" charset="0"/>
                <a:ea typeface="ヒラギノ角ゴ Pro W3" pitchFamily="123" charset="-128"/>
              </a:defRPr>
            </a:lvl3pPr>
            <a:lvl4pPr marL="1600200" indent="-228600">
              <a:defRPr sz="2400">
                <a:solidFill>
                  <a:schemeClr val="tx1"/>
                </a:solidFill>
                <a:latin typeface="Arial" panose="020B0604020202020204" pitchFamily="34" charset="0"/>
                <a:ea typeface="ヒラギノ角ゴ Pro W3" pitchFamily="123" charset="-128"/>
              </a:defRPr>
            </a:lvl4pPr>
            <a:lvl5pPr marL="2057400" indent="-228600">
              <a:defRPr sz="2400">
                <a:solidFill>
                  <a:schemeClr val="tx1"/>
                </a:solidFill>
                <a:latin typeface="Arial" panose="020B0604020202020204" pitchFamily="34" charset="0"/>
                <a:ea typeface="ヒラギノ角ゴ Pro W3" pitchFamily="123"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9pPr>
          </a:lstStyle>
          <a:p>
            <a:fld id="{6D7E8A99-DD0F-4795-889D-84301088FD61}" type="slidenum">
              <a:rPr lang="en-US" sz="1200"/>
              <a:pPr/>
              <a:t>20</a:t>
            </a:fld>
            <a:endParaRPr lang="en-US" sz="1200" dirty="0"/>
          </a:p>
        </p:txBody>
      </p:sp>
      <p:sp>
        <p:nvSpPr>
          <p:cNvPr id="135171" name="Rectangle 2"/>
          <p:cNvSpPr>
            <a:spLocks noGrp="1" noRot="1" noChangeAspect="1" noChangeArrowheads="1" noTextEdit="1"/>
          </p:cNvSpPr>
          <p:nvPr>
            <p:ph type="sldImg"/>
          </p:nvPr>
        </p:nvSpPr>
        <p:spPr>
          <a:solidFill>
            <a:srgbClr val="FFFFFF"/>
          </a:solidFill>
          <a:ln/>
        </p:spPr>
      </p:sp>
      <p:sp>
        <p:nvSpPr>
          <p:cNvPr id="89091"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dirty="0">
              <a:latin typeface="Times New Roman" panose="02020603050405020304" pitchFamily="18" charset="0"/>
              <a:ea typeface="ヒラギノ角ゴ Pro W3" pitchFamily="123" charset="-128"/>
            </a:endParaRPr>
          </a:p>
        </p:txBody>
      </p:sp>
    </p:spTree>
    <p:extLst>
      <p:ext uri="{BB962C8B-B14F-4D97-AF65-F5344CB8AC3E}">
        <p14:creationId xmlns:p14="http://schemas.microsoft.com/office/powerpoint/2010/main" val="25787165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ヒラギノ角ゴ Pro W3" pitchFamily="123" charset="-128"/>
              </a:defRPr>
            </a:lvl1pPr>
            <a:lvl2pPr marL="742950" indent="-285750">
              <a:defRPr sz="2400">
                <a:solidFill>
                  <a:schemeClr val="tx1"/>
                </a:solidFill>
                <a:latin typeface="Arial" panose="020B0604020202020204" pitchFamily="34" charset="0"/>
                <a:ea typeface="ヒラギノ角ゴ Pro W3" pitchFamily="123" charset="-128"/>
              </a:defRPr>
            </a:lvl2pPr>
            <a:lvl3pPr marL="1143000" indent="-228600">
              <a:defRPr sz="2400">
                <a:solidFill>
                  <a:schemeClr val="tx1"/>
                </a:solidFill>
                <a:latin typeface="Arial" panose="020B0604020202020204" pitchFamily="34" charset="0"/>
                <a:ea typeface="ヒラギノ角ゴ Pro W3" pitchFamily="123" charset="-128"/>
              </a:defRPr>
            </a:lvl3pPr>
            <a:lvl4pPr marL="1600200" indent="-228600">
              <a:defRPr sz="2400">
                <a:solidFill>
                  <a:schemeClr val="tx1"/>
                </a:solidFill>
                <a:latin typeface="Arial" panose="020B0604020202020204" pitchFamily="34" charset="0"/>
                <a:ea typeface="ヒラギノ角ゴ Pro W3" pitchFamily="123" charset="-128"/>
              </a:defRPr>
            </a:lvl4pPr>
            <a:lvl5pPr marL="2057400" indent="-228600">
              <a:defRPr sz="2400">
                <a:solidFill>
                  <a:schemeClr val="tx1"/>
                </a:solidFill>
                <a:latin typeface="Arial" panose="020B0604020202020204" pitchFamily="34" charset="0"/>
                <a:ea typeface="ヒラギノ角ゴ Pro W3" pitchFamily="123"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9pPr>
          </a:lstStyle>
          <a:p>
            <a:fld id="{DA9D715D-68C0-423C-9C4A-A35A0613C40A}" type="slidenum">
              <a:rPr lang="en-US" sz="1200"/>
              <a:pPr/>
              <a:t>21</a:t>
            </a:fld>
            <a:endParaRPr lang="en-US" sz="1200" dirty="0"/>
          </a:p>
        </p:txBody>
      </p:sp>
      <p:sp>
        <p:nvSpPr>
          <p:cNvPr id="136195" name="Rectangle 2"/>
          <p:cNvSpPr>
            <a:spLocks noGrp="1" noRot="1" noChangeAspect="1" noChangeArrowheads="1" noTextEdit="1"/>
          </p:cNvSpPr>
          <p:nvPr>
            <p:ph type="sldImg"/>
          </p:nvPr>
        </p:nvSpPr>
        <p:spPr>
          <a:solidFill>
            <a:srgbClr val="FFFFFF"/>
          </a:solidFill>
          <a:ln/>
        </p:spPr>
      </p:sp>
      <p:sp>
        <p:nvSpPr>
          <p:cNvPr id="91139"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dirty="0">
              <a:latin typeface="Times New Roman" panose="02020603050405020304" pitchFamily="18" charset="0"/>
              <a:ea typeface="ヒラギノ角ゴ Pro W3" pitchFamily="123" charset="-128"/>
            </a:endParaRPr>
          </a:p>
        </p:txBody>
      </p:sp>
    </p:spTree>
    <p:extLst>
      <p:ext uri="{BB962C8B-B14F-4D97-AF65-F5344CB8AC3E}">
        <p14:creationId xmlns:p14="http://schemas.microsoft.com/office/powerpoint/2010/main" val="16897999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ヒラギノ角ゴ Pro W3" pitchFamily="123" charset="-128"/>
              </a:defRPr>
            </a:lvl1pPr>
            <a:lvl2pPr marL="742950" indent="-285750">
              <a:defRPr sz="2400">
                <a:solidFill>
                  <a:schemeClr val="tx1"/>
                </a:solidFill>
                <a:latin typeface="Arial" panose="020B0604020202020204" pitchFamily="34" charset="0"/>
                <a:ea typeface="ヒラギノ角ゴ Pro W3" pitchFamily="123" charset="-128"/>
              </a:defRPr>
            </a:lvl2pPr>
            <a:lvl3pPr marL="1143000" indent="-228600">
              <a:defRPr sz="2400">
                <a:solidFill>
                  <a:schemeClr val="tx1"/>
                </a:solidFill>
                <a:latin typeface="Arial" panose="020B0604020202020204" pitchFamily="34" charset="0"/>
                <a:ea typeface="ヒラギノ角ゴ Pro W3" pitchFamily="123" charset="-128"/>
              </a:defRPr>
            </a:lvl3pPr>
            <a:lvl4pPr marL="1600200" indent="-228600">
              <a:defRPr sz="2400">
                <a:solidFill>
                  <a:schemeClr val="tx1"/>
                </a:solidFill>
                <a:latin typeface="Arial" panose="020B0604020202020204" pitchFamily="34" charset="0"/>
                <a:ea typeface="ヒラギノ角ゴ Pro W3" pitchFamily="123" charset="-128"/>
              </a:defRPr>
            </a:lvl4pPr>
            <a:lvl5pPr marL="2057400" indent="-228600">
              <a:defRPr sz="2400">
                <a:solidFill>
                  <a:schemeClr val="tx1"/>
                </a:solidFill>
                <a:latin typeface="Arial" panose="020B0604020202020204" pitchFamily="34" charset="0"/>
                <a:ea typeface="ヒラギノ角ゴ Pro W3" pitchFamily="123"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9pPr>
          </a:lstStyle>
          <a:p>
            <a:fld id="{C8D76431-DA39-4B10-B651-EE6D9A7538EC}" type="slidenum">
              <a:rPr lang="en-US" sz="1200"/>
              <a:pPr/>
              <a:t>22</a:t>
            </a:fld>
            <a:endParaRPr lang="en-US" sz="1200" dirty="0"/>
          </a:p>
        </p:txBody>
      </p:sp>
      <p:sp>
        <p:nvSpPr>
          <p:cNvPr id="139267" name="Rectangle 2"/>
          <p:cNvSpPr>
            <a:spLocks noGrp="1" noRot="1" noChangeAspect="1" noChangeArrowheads="1" noTextEdit="1"/>
          </p:cNvSpPr>
          <p:nvPr>
            <p:ph type="sldImg"/>
          </p:nvPr>
        </p:nvSpPr>
        <p:spPr>
          <a:solidFill>
            <a:srgbClr val="FFFFFF"/>
          </a:solidFill>
          <a:ln/>
        </p:spPr>
      </p:sp>
      <p:sp>
        <p:nvSpPr>
          <p:cNvPr id="97283"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dirty="0">
              <a:latin typeface="Times New Roman" panose="02020603050405020304" pitchFamily="18" charset="0"/>
              <a:ea typeface="ヒラギノ角ゴ Pro W3" pitchFamily="123" charset="-128"/>
            </a:endParaRPr>
          </a:p>
        </p:txBody>
      </p:sp>
    </p:spTree>
    <p:extLst>
      <p:ext uri="{BB962C8B-B14F-4D97-AF65-F5344CB8AC3E}">
        <p14:creationId xmlns:p14="http://schemas.microsoft.com/office/powerpoint/2010/main" val="33823135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ヒラギノ角ゴ Pro W3" pitchFamily="123" charset="-128"/>
              </a:defRPr>
            </a:lvl1pPr>
            <a:lvl2pPr marL="742950" indent="-285750">
              <a:defRPr sz="2400">
                <a:solidFill>
                  <a:schemeClr val="tx1"/>
                </a:solidFill>
                <a:latin typeface="Arial" panose="020B0604020202020204" pitchFamily="34" charset="0"/>
                <a:ea typeface="ヒラギノ角ゴ Pro W3" pitchFamily="123" charset="-128"/>
              </a:defRPr>
            </a:lvl2pPr>
            <a:lvl3pPr marL="1143000" indent="-228600">
              <a:defRPr sz="2400">
                <a:solidFill>
                  <a:schemeClr val="tx1"/>
                </a:solidFill>
                <a:latin typeface="Arial" panose="020B0604020202020204" pitchFamily="34" charset="0"/>
                <a:ea typeface="ヒラギノ角ゴ Pro W3" pitchFamily="123" charset="-128"/>
              </a:defRPr>
            </a:lvl3pPr>
            <a:lvl4pPr marL="1600200" indent="-228600">
              <a:defRPr sz="2400">
                <a:solidFill>
                  <a:schemeClr val="tx1"/>
                </a:solidFill>
                <a:latin typeface="Arial" panose="020B0604020202020204" pitchFamily="34" charset="0"/>
                <a:ea typeface="ヒラギノ角ゴ Pro W3" pitchFamily="123" charset="-128"/>
              </a:defRPr>
            </a:lvl4pPr>
            <a:lvl5pPr marL="2057400" indent="-228600">
              <a:defRPr sz="2400">
                <a:solidFill>
                  <a:schemeClr val="tx1"/>
                </a:solidFill>
                <a:latin typeface="Arial" panose="020B0604020202020204" pitchFamily="34" charset="0"/>
                <a:ea typeface="ヒラギノ角ゴ Pro W3" pitchFamily="123"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9pPr>
          </a:lstStyle>
          <a:p>
            <a:fld id="{002A53E7-4A81-4CEC-82E0-40CBA1DC8E7E}" type="slidenum">
              <a:rPr lang="en-US" sz="1200"/>
              <a:pPr/>
              <a:t>23</a:t>
            </a:fld>
            <a:endParaRPr lang="en-US" sz="1200" dirty="0"/>
          </a:p>
        </p:txBody>
      </p:sp>
      <p:sp>
        <p:nvSpPr>
          <p:cNvPr id="141315" name="Rectangle 2"/>
          <p:cNvSpPr>
            <a:spLocks noGrp="1" noRot="1" noChangeAspect="1" noChangeArrowheads="1" noTextEdit="1"/>
          </p:cNvSpPr>
          <p:nvPr>
            <p:ph type="sldImg"/>
          </p:nvPr>
        </p:nvSpPr>
        <p:spPr>
          <a:solidFill>
            <a:srgbClr val="FFFFFF"/>
          </a:solidFill>
          <a:ln/>
        </p:spPr>
      </p:sp>
      <p:sp>
        <p:nvSpPr>
          <p:cNvPr id="101379"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latin typeface="Arial"/>
              </a:rPr>
              <a:t>Figure 27.14 Metabolic cooperation in a prokaryote</a:t>
            </a:r>
          </a:p>
        </p:txBody>
      </p:sp>
    </p:spTree>
    <p:extLst>
      <p:ext uri="{BB962C8B-B14F-4D97-AF65-F5344CB8AC3E}">
        <p14:creationId xmlns:p14="http://schemas.microsoft.com/office/powerpoint/2010/main" val="21053512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ヒラギノ角ゴ Pro W3" pitchFamily="123" charset="-128"/>
              </a:defRPr>
            </a:lvl1pPr>
            <a:lvl2pPr marL="742950" indent="-285750">
              <a:defRPr sz="2400">
                <a:solidFill>
                  <a:schemeClr val="tx1"/>
                </a:solidFill>
                <a:latin typeface="Arial" panose="020B0604020202020204" pitchFamily="34" charset="0"/>
                <a:ea typeface="ヒラギノ角ゴ Pro W3" pitchFamily="123" charset="-128"/>
              </a:defRPr>
            </a:lvl2pPr>
            <a:lvl3pPr marL="1143000" indent="-228600">
              <a:defRPr sz="2400">
                <a:solidFill>
                  <a:schemeClr val="tx1"/>
                </a:solidFill>
                <a:latin typeface="Arial" panose="020B0604020202020204" pitchFamily="34" charset="0"/>
                <a:ea typeface="ヒラギノ角ゴ Pro W3" pitchFamily="123" charset="-128"/>
              </a:defRPr>
            </a:lvl3pPr>
            <a:lvl4pPr marL="1600200" indent="-228600">
              <a:defRPr sz="2400">
                <a:solidFill>
                  <a:schemeClr val="tx1"/>
                </a:solidFill>
                <a:latin typeface="Arial" panose="020B0604020202020204" pitchFamily="34" charset="0"/>
                <a:ea typeface="ヒラギノ角ゴ Pro W3" pitchFamily="123" charset="-128"/>
              </a:defRPr>
            </a:lvl4pPr>
            <a:lvl5pPr marL="2057400" indent="-228600">
              <a:defRPr sz="2400">
                <a:solidFill>
                  <a:schemeClr val="tx1"/>
                </a:solidFill>
                <a:latin typeface="Arial" panose="020B0604020202020204" pitchFamily="34" charset="0"/>
                <a:ea typeface="ヒラギノ角ゴ Pro W3" pitchFamily="123"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9pPr>
          </a:lstStyle>
          <a:p>
            <a:fld id="{9C63350D-D9DF-4591-87AA-54FDF04E70DD}" type="slidenum">
              <a:rPr lang="en-US" sz="1200"/>
              <a:pPr/>
              <a:t>24</a:t>
            </a:fld>
            <a:endParaRPr lang="en-US" sz="1200" dirty="0"/>
          </a:p>
        </p:txBody>
      </p:sp>
      <p:sp>
        <p:nvSpPr>
          <p:cNvPr id="143363" name="Rectangle 2"/>
          <p:cNvSpPr>
            <a:spLocks noGrp="1" noRot="1" noChangeAspect="1" noChangeArrowheads="1" noTextEdit="1"/>
          </p:cNvSpPr>
          <p:nvPr>
            <p:ph type="sldImg"/>
          </p:nvPr>
        </p:nvSpPr>
        <p:spPr>
          <a:solidFill>
            <a:srgbClr val="FFFFFF"/>
          </a:solidFill>
          <a:ln/>
        </p:spPr>
      </p:sp>
      <p:sp>
        <p:nvSpPr>
          <p:cNvPr id="105475"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dirty="0">
              <a:latin typeface="Times New Roman" panose="02020603050405020304" pitchFamily="18" charset="0"/>
              <a:ea typeface="ヒラギノ角ゴ Pro W3" pitchFamily="123" charset="-128"/>
            </a:endParaRPr>
          </a:p>
        </p:txBody>
      </p:sp>
    </p:spTree>
    <p:extLst>
      <p:ext uri="{BB962C8B-B14F-4D97-AF65-F5344CB8AC3E}">
        <p14:creationId xmlns:p14="http://schemas.microsoft.com/office/powerpoint/2010/main" val="41295541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ヒラギノ角ゴ Pro W3" pitchFamily="123" charset="-128"/>
              </a:defRPr>
            </a:lvl1pPr>
            <a:lvl2pPr marL="742950" indent="-285750">
              <a:defRPr sz="2400">
                <a:solidFill>
                  <a:schemeClr val="tx1"/>
                </a:solidFill>
                <a:latin typeface="Arial" panose="020B0604020202020204" pitchFamily="34" charset="0"/>
                <a:ea typeface="ヒラギノ角ゴ Pro W3" pitchFamily="123" charset="-128"/>
              </a:defRPr>
            </a:lvl2pPr>
            <a:lvl3pPr marL="1143000" indent="-228600">
              <a:defRPr sz="2400">
                <a:solidFill>
                  <a:schemeClr val="tx1"/>
                </a:solidFill>
                <a:latin typeface="Arial" panose="020B0604020202020204" pitchFamily="34" charset="0"/>
                <a:ea typeface="ヒラギノ角ゴ Pro W3" pitchFamily="123" charset="-128"/>
              </a:defRPr>
            </a:lvl3pPr>
            <a:lvl4pPr marL="1600200" indent="-228600">
              <a:defRPr sz="2400">
                <a:solidFill>
                  <a:schemeClr val="tx1"/>
                </a:solidFill>
                <a:latin typeface="Arial" panose="020B0604020202020204" pitchFamily="34" charset="0"/>
                <a:ea typeface="ヒラギノ角ゴ Pro W3" pitchFamily="123" charset="-128"/>
              </a:defRPr>
            </a:lvl4pPr>
            <a:lvl5pPr marL="2057400" indent="-228600">
              <a:defRPr sz="2400">
                <a:solidFill>
                  <a:schemeClr val="tx1"/>
                </a:solidFill>
                <a:latin typeface="Arial" panose="020B0604020202020204" pitchFamily="34" charset="0"/>
                <a:ea typeface="ヒラギノ角ゴ Pro W3" pitchFamily="123"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9pPr>
          </a:lstStyle>
          <a:p>
            <a:fld id="{DD3B49EB-6EE2-4B68-8E59-7EC0E5FC3DEF}" type="slidenum">
              <a:rPr lang="en-US" sz="1200"/>
              <a:pPr/>
              <a:t>25</a:t>
            </a:fld>
            <a:endParaRPr lang="en-US" sz="1200" dirty="0"/>
          </a:p>
        </p:txBody>
      </p:sp>
      <p:sp>
        <p:nvSpPr>
          <p:cNvPr id="145411" name="Rectangle 2"/>
          <p:cNvSpPr>
            <a:spLocks noGrp="1" noRot="1" noChangeAspect="1" noChangeArrowheads="1" noTextEdit="1"/>
          </p:cNvSpPr>
          <p:nvPr>
            <p:ph type="sldImg"/>
          </p:nvPr>
        </p:nvSpPr>
        <p:spPr>
          <a:solidFill>
            <a:srgbClr val="FFFFFF"/>
          </a:solidFill>
          <a:ln/>
        </p:spPr>
      </p:sp>
      <p:sp>
        <p:nvSpPr>
          <p:cNvPr id="109571"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dirty="0">
              <a:latin typeface="Times New Roman" panose="02020603050405020304" pitchFamily="18" charset="0"/>
              <a:ea typeface="ヒラギノ角ゴ Pro W3" pitchFamily="123" charset="-128"/>
            </a:endParaRPr>
          </a:p>
        </p:txBody>
      </p:sp>
    </p:spTree>
    <p:extLst>
      <p:ext uri="{BB962C8B-B14F-4D97-AF65-F5344CB8AC3E}">
        <p14:creationId xmlns:p14="http://schemas.microsoft.com/office/powerpoint/2010/main" val="120295550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ヒラギノ角ゴ Pro W3" pitchFamily="123" charset="-128"/>
              </a:defRPr>
            </a:lvl1pPr>
            <a:lvl2pPr marL="742950" indent="-285750">
              <a:defRPr sz="2400">
                <a:solidFill>
                  <a:schemeClr val="tx1"/>
                </a:solidFill>
                <a:latin typeface="Arial" panose="020B0604020202020204" pitchFamily="34" charset="0"/>
                <a:ea typeface="ヒラギノ角ゴ Pro W3" pitchFamily="123" charset="-128"/>
              </a:defRPr>
            </a:lvl2pPr>
            <a:lvl3pPr marL="1143000" indent="-228600">
              <a:defRPr sz="2400">
                <a:solidFill>
                  <a:schemeClr val="tx1"/>
                </a:solidFill>
                <a:latin typeface="Arial" panose="020B0604020202020204" pitchFamily="34" charset="0"/>
                <a:ea typeface="ヒラギノ角ゴ Pro W3" pitchFamily="123" charset="-128"/>
              </a:defRPr>
            </a:lvl3pPr>
            <a:lvl4pPr marL="1600200" indent="-228600">
              <a:defRPr sz="2400">
                <a:solidFill>
                  <a:schemeClr val="tx1"/>
                </a:solidFill>
                <a:latin typeface="Arial" panose="020B0604020202020204" pitchFamily="34" charset="0"/>
                <a:ea typeface="ヒラギノ角ゴ Pro W3" pitchFamily="123" charset="-128"/>
              </a:defRPr>
            </a:lvl4pPr>
            <a:lvl5pPr marL="2057400" indent="-228600">
              <a:defRPr sz="2400">
                <a:solidFill>
                  <a:schemeClr val="tx1"/>
                </a:solidFill>
                <a:latin typeface="Arial" panose="020B0604020202020204" pitchFamily="34" charset="0"/>
                <a:ea typeface="ヒラギノ角ゴ Pro W3" pitchFamily="123"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9pPr>
          </a:lstStyle>
          <a:p>
            <a:fld id="{54BCF3C7-EE2D-4EE2-AAE5-4EB24203B4E6}" type="slidenum">
              <a:rPr lang="en-US" sz="1200">
                <a:solidFill>
                  <a:prstClr val="black"/>
                </a:solidFill>
              </a:rPr>
              <a:pPr/>
              <a:t>26</a:t>
            </a:fld>
            <a:endParaRPr lang="en-US" sz="1200" dirty="0">
              <a:solidFill>
                <a:prstClr val="black"/>
              </a:solidFill>
            </a:endParaRPr>
          </a:p>
        </p:txBody>
      </p:sp>
      <p:sp>
        <p:nvSpPr>
          <p:cNvPr id="150531" name="Rectangle 2"/>
          <p:cNvSpPr>
            <a:spLocks noGrp="1" noRot="1" noChangeAspect="1" noChangeArrowheads="1" noTextEdit="1"/>
          </p:cNvSpPr>
          <p:nvPr>
            <p:ph type="sldImg"/>
          </p:nvPr>
        </p:nvSpPr>
        <p:spPr>
          <a:solidFill>
            <a:srgbClr val="FFFFFF"/>
          </a:solidFill>
          <a:ln/>
        </p:spPr>
      </p:sp>
      <p:sp>
        <p:nvSpPr>
          <p:cNvPr id="119811"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latin typeface="Arial"/>
              </a:rPr>
              <a:t>Figure 27.16aa Exploring selected major groups of bacteria (part 1a: proteobacteria tree)</a:t>
            </a:r>
          </a:p>
        </p:txBody>
      </p:sp>
    </p:spTree>
    <p:extLst>
      <p:ext uri="{BB962C8B-B14F-4D97-AF65-F5344CB8AC3E}">
        <p14:creationId xmlns:p14="http://schemas.microsoft.com/office/powerpoint/2010/main" val="334406519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ヒラギノ角ゴ Pro W3" pitchFamily="123" charset="-128"/>
              </a:defRPr>
            </a:lvl1pPr>
            <a:lvl2pPr marL="742950" indent="-285750">
              <a:defRPr sz="2400">
                <a:solidFill>
                  <a:schemeClr val="tx1"/>
                </a:solidFill>
                <a:latin typeface="Arial" panose="020B0604020202020204" pitchFamily="34" charset="0"/>
                <a:ea typeface="ヒラギノ角ゴ Pro W3" pitchFamily="123" charset="-128"/>
              </a:defRPr>
            </a:lvl2pPr>
            <a:lvl3pPr marL="1143000" indent="-228600">
              <a:defRPr sz="2400">
                <a:solidFill>
                  <a:schemeClr val="tx1"/>
                </a:solidFill>
                <a:latin typeface="Arial" panose="020B0604020202020204" pitchFamily="34" charset="0"/>
                <a:ea typeface="ヒラギノ角ゴ Pro W3" pitchFamily="123" charset="-128"/>
              </a:defRPr>
            </a:lvl3pPr>
            <a:lvl4pPr marL="1600200" indent="-228600">
              <a:defRPr sz="2400">
                <a:solidFill>
                  <a:schemeClr val="tx1"/>
                </a:solidFill>
                <a:latin typeface="Arial" panose="020B0604020202020204" pitchFamily="34" charset="0"/>
                <a:ea typeface="ヒラギノ角ゴ Pro W3" pitchFamily="123" charset="-128"/>
              </a:defRPr>
            </a:lvl4pPr>
            <a:lvl5pPr marL="2057400" indent="-228600">
              <a:defRPr sz="2400">
                <a:solidFill>
                  <a:schemeClr val="tx1"/>
                </a:solidFill>
                <a:latin typeface="Arial" panose="020B0604020202020204" pitchFamily="34" charset="0"/>
                <a:ea typeface="ヒラギノ角ゴ Pro W3" pitchFamily="123"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9pPr>
          </a:lstStyle>
          <a:p>
            <a:fld id="{AB862AB2-51C3-4AFB-ABCE-5DD00133039F}" type="slidenum">
              <a:rPr lang="en-US" sz="1200"/>
              <a:pPr/>
              <a:t>27</a:t>
            </a:fld>
            <a:endParaRPr lang="en-US" sz="1200" dirty="0"/>
          </a:p>
        </p:txBody>
      </p:sp>
      <p:sp>
        <p:nvSpPr>
          <p:cNvPr id="152579" name="Rectangle 2"/>
          <p:cNvSpPr>
            <a:spLocks noGrp="1" noRot="1" noChangeAspect="1" noChangeArrowheads="1" noTextEdit="1"/>
          </p:cNvSpPr>
          <p:nvPr>
            <p:ph type="sldImg"/>
          </p:nvPr>
        </p:nvSpPr>
        <p:spPr>
          <a:solidFill>
            <a:srgbClr val="FFFFFF"/>
          </a:solidFill>
          <a:ln/>
        </p:spPr>
      </p:sp>
      <p:sp>
        <p:nvSpPr>
          <p:cNvPr id="123907"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latin typeface="Arial"/>
              </a:rPr>
              <a:t>Figure 27.16ab Exploring selected major groups of bacteria (part 1b: alpha subgroup)</a:t>
            </a:r>
          </a:p>
        </p:txBody>
      </p:sp>
    </p:spTree>
    <p:extLst>
      <p:ext uri="{BB962C8B-B14F-4D97-AF65-F5344CB8AC3E}">
        <p14:creationId xmlns:p14="http://schemas.microsoft.com/office/powerpoint/2010/main" val="56836381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ヒラギノ角ゴ Pro W3" pitchFamily="123" charset="-128"/>
              </a:defRPr>
            </a:lvl1pPr>
            <a:lvl2pPr marL="742950" indent="-285750">
              <a:defRPr sz="2400">
                <a:solidFill>
                  <a:schemeClr val="tx1"/>
                </a:solidFill>
                <a:latin typeface="Arial" panose="020B0604020202020204" pitchFamily="34" charset="0"/>
                <a:ea typeface="ヒラギノ角ゴ Pro W3" pitchFamily="123" charset="-128"/>
              </a:defRPr>
            </a:lvl2pPr>
            <a:lvl3pPr marL="1143000" indent="-228600">
              <a:defRPr sz="2400">
                <a:solidFill>
                  <a:schemeClr val="tx1"/>
                </a:solidFill>
                <a:latin typeface="Arial" panose="020B0604020202020204" pitchFamily="34" charset="0"/>
                <a:ea typeface="ヒラギノ角ゴ Pro W3" pitchFamily="123" charset="-128"/>
              </a:defRPr>
            </a:lvl3pPr>
            <a:lvl4pPr marL="1600200" indent="-228600">
              <a:defRPr sz="2400">
                <a:solidFill>
                  <a:schemeClr val="tx1"/>
                </a:solidFill>
                <a:latin typeface="Arial" panose="020B0604020202020204" pitchFamily="34" charset="0"/>
                <a:ea typeface="ヒラギノ角ゴ Pro W3" pitchFamily="123" charset="-128"/>
              </a:defRPr>
            </a:lvl4pPr>
            <a:lvl5pPr marL="2057400" indent="-228600">
              <a:defRPr sz="2400">
                <a:solidFill>
                  <a:schemeClr val="tx1"/>
                </a:solidFill>
                <a:latin typeface="Arial" panose="020B0604020202020204" pitchFamily="34" charset="0"/>
                <a:ea typeface="ヒラギノ角ゴ Pro W3" pitchFamily="123"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9pPr>
          </a:lstStyle>
          <a:p>
            <a:fld id="{4E6F32F3-B3C8-4B7A-A3F2-1F8936638F26}" type="slidenum">
              <a:rPr lang="en-US" sz="1200"/>
              <a:pPr/>
              <a:t>28</a:t>
            </a:fld>
            <a:endParaRPr lang="en-US" sz="1200" dirty="0"/>
          </a:p>
        </p:txBody>
      </p:sp>
      <p:sp>
        <p:nvSpPr>
          <p:cNvPr id="154627" name="Rectangle 2"/>
          <p:cNvSpPr>
            <a:spLocks noGrp="1" noRot="1" noChangeAspect="1" noChangeArrowheads="1" noTextEdit="1"/>
          </p:cNvSpPr>
          <p:nvPr>
            <p:ph type="sldImg"/>
          </p:nvPr>
        </p:nvSpPr>
        <p:spPr>
          <a:solidFill>
            <a:srgbClr val="FFFFFF"/>
          </a:solidFill>
          <a:ln/>
        </p:spPr>
      </p:sp>
      <p:sp>
        <p:nvSpPr>
          <p:cNvPr id="128003"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latin typeface="Arial"/>
              </a:rPr>
              <a:t>Figure 27.16ac Exploring selected major groups of bacteria (part 1c: beta subgroup)</a:t>
            </a:r>
          </a:p>
        </p:txBody>
      </p:sp>
    </p:spTree>
    <p:extLst>
      <p:ext uri="{BB962C8B-B14F-4D97-AF65-F5344CB8AC3E}">
        <p14:creationId xmlns:p14="http://schemas.microsoft.com/office/powerpoint/2010/main" val="177277191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ヒラギノ角ゴ Pro W3" pitchFamily="123" charset="-128"/>
              </a:defRPr>
            </a:lvl1pPr>
            <a:lvl2pPr marL="742950" indent="-285750">
              <a:defRPr sz="2400">
                <a:solidFill>
                  <a:schemeClr val="tx1"/>
                </a:solidFill>
                <a:latin typeface="Arial" panose="020B0604020202020204" pitchFamily="34" charset="0"/>
                <a:ea typeface="ヒラギノ角ゴ Pro W3" pitchFamily="123" charset="-128"/>
              </a:defRPr>
            </a:lvl2pPr>
            <a:lvl3pPr marL="1143000" indent="-228600">
              <a:defRPr sz="2400">
                <a:solidFill>
                  <a:schemeClr val="tx1"/>
                </a:solidFill>
                <a:latin typeface="Arial" panose="020B0604020202020204" pitchFamily="34" charset="0"/>
                <a:ea typeface="ヒラギノ角ゴ Pro W3" pitchFamily="123" charset="-128"/>
              </a:defRPr>
            </a:lvl3pPr>
            <a:lvl4pPr marL="1600200" indent="-228600">
              <a:defRPr sz="2400">
                <a:solidFill>
                  <a:schemeClr val="tx1"/>
                </a:solidFill>
                <a:latin typeface="Arial" panose="020B0604020202020204" pitchFamily="34" charset="0"/>
                <a:ea typeface="ヒラギノ角ゴ Pro W3" pitchFamily="123" charset="-128"/>
              </a:defRPr>
            </a:lvl4pPr>
            <a:lvl5pPr marL="2057400" indent="-228600">
              <a:defRPr sz="2400">
                <a:solidFill>
                  <a:schemeClr val="tx1"/>
                </a:solidFill>
                <a:latin typeface="Arial" panose="020B0604020202020204" pitchFamily="34" charset="0"/>
                <a:ea typeface="ヒラギノ角ゴ Pro W3" pitchFamily="123"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9pPr>
          </a:lstStyle>
          <a:p>
            <a:fld id="{3589FB66-4F5D-4701-A01B-6C04EA70E3BD}" type="slidenum">
              <a:rPr lang="en-US" sz="1200"/>
              <a:pPr/>
              <a:t>29</a:t>
            </a:fld>
            <a:endParaRPr lang="en-US" sz="1200" dirty="0"/>
          </a:p>
        </p:txBody>
      </p:sp>
      <p:sp>
        <p:nvSpPr>
          <p:cNvPr id="155651" name="Rectangle 2"/>
          <p:cNvSpPr>
            <a:spLocks noGrp="1" noRot="1" noChangeAspect="1" noChangeArrowheads="1" noTextEdit="1"/>
          </p:cNvSpPr>
          <p:nvPr>
            <p:ph type="sldImg"/>
          </p:nvPr>
        </p:nvSpPr>
        <p:spPr>
          <a:solidFill>
            <a:srgbClr val="FFFFFF"/>
          </a:solidFill>
          <a:ln/>
        </p:spPr>
      </p:sp>
      <p:sp>
        <p:nvSpPr>
          <p:cNvPr id="130051"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latin typeface="Arial"/>
              </a:rPr>
              <a:t>Figure 27.16ad Exploring selected major groups of bacteria (part 1d: gamma subgroup)</a:t>
            </a:r>
          </a:p>
        </p:txBody>
      </p:sp>
    </p:spTree>
    <p:extLst>
      <p:ext uri="{BB962C8B-B14F-4D97-AF65-F5344CB8AC3E}">
        <p14:creationId xmlns:p14="http://schemas.microsoft.com/office/powerpoint/2010/main" val="99671763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ヒラギノ角ゴ Pro W3" pitchFamily="123" charset="-128"/>
              </a:defRPr>
            </a:lvl1pPr>
            <a:lvl2pPr marL="742950" indent="-285750">
              <a:defRPr sz="2400">
                <a:solidFill>
                  <a:schemeClr val="tx1"/>
                </a:solidFill>
                <a:latin typeface="Arial" panose="020B0604020202020204" pitchFamily="34" charset="0"/>
                <a:ea typeface="ヒラギノ角ゴ Pro W3" pitchFamily="123" charset="-128"/>
              </a:defRPr>
            </a:lvl2pPr>
            <a:lvl3pPr marL="1143000" indent="-228600">
              <a:defRPr sz="2400">
                <a:solidFill>
                  <a:schemeClr val="tx1"/>
                </a:solidFill>
                <a:latin typeface="Arial" panose="020B0604020202020204" pitchFamily="34" charset="0"/>
                <a:ea typeface="ヒラギノ角ゴ Pro W3" pitchFamily="123" charset="-128"/>
              </a:defRPr>
            </a:lvl3pPr>
            <a:lvl4pPr marL="1600200" indent="-228600">
              <a:defRPr sz="2400">
                <a:solidFill>
                  <a:schemeClr val="tx1"/>
                </a:solidFill>
                <a:latin typeface="Arial" panose="020B0604020202020204" pitchFamily="34" charset="0"/>
                <a:ea typeface="ヒラギノ角ゴ Pro W3" pitchFamily="123" charset="-128"/>
              </a:defRPr>
            </a:lvl4pPr>
            <a:lvl5pPr marL="2057400" indent="-228600">
              <a:defRPr sz="2400">
                <a:solidFill>
                  <a:schemeClr val="tx1"/>
                </a:solidFill>
                <a:latin typeface="Arial" panose="020B0604020202020204" pitchFamily="34" charset="0"/>
                <a:ea typeface="ヒラギノ角ゴ Pro W3" pitchFamily="123"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9pPr>
          </a:lstStyle>
          <a:p>
            <a:fld id="{3DB14D61-5CA5-42A8-95BC-23403B4E8AD3}" type="slidenum">
              <a:rPr lang="en-US" sz="1200"/>
              <a:pPr/>
              <a:t>30</a:t>
            </a:fld>
            <a:endParaRPr lang="en-US" sz="1200" dirty="0"/>
          </a:p>
        </p:txBody>
      </p:sp>
      <p:sp>
        <p:nvSpPr>
          <p:cNvPr id="156675" name="Rectangle 2"/>
          <p:cNvSpPr>
            <a:spLocks noGrp="1" noRot="1" noChangeAspect="1" noChangeArrowheads="1" noTextEdit="1"/>
          </p:cNvSpPr>
          <p:nvPr>
            <p:ph type="sldImg"/>
          </p:nvPr>
        </p:nvSpPr>
        <p:spPr>
          <a:solidFill>
            <a:srgbClr val="FFFFFF"/>
          </a:solidFill>
          <a:ln/>
        </p:spPr>
      </p:sp>
      <p:sp>
        <p:nvSpPr>
          <p:cNvPr id="132099"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latin typeface="Arial"/>
              </a:rPr>
              <a:t>Figure 27.16ae Exploring selected major groups of bacteria (part 1e: delta subgroup)</a:t>
            </a:r>
          </a:p>
        </p:txBody>
      </p:sp>
    </p:spTree>
    <p:extLst>
      <p:ext uri="{BB962C8B-B14F-4D97-AF65-F5344CB8AC3E}">
        <p14:creationId xmlns:p14="http://schemas.microsoft.com/office/powerpoint/2010/main" val="148574592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ヒラギノ角ゴ Pro W3" pitchFamily="123" charset="-128"/>
              </a:defRPr>
            </a:lvl1pPr>
            <a:lvl2pPr marL="742950" indent="-285750">
              <a:defRPr sz="2400">
                <a:solidFill>
                  <a:schemeClr val="tx1"/>
                </a:solidFill>
                <a:latin typeface="Arial" panose="020B0604020202020204" pitchFamily="34" charset="0"/>
                <a:ea typeface="ヒラギノ角ゴ Pro W3" pitchFamily="123" charset="-128"/>
              </a:defRPr>
            </a:lvl2pPr>
            <a:lvl3pPr marL="1143000" indent="-228600">
              <a:defRPr sz="2400">
                <a:solidFill>
                  <a:schemeClr val="tx1"/>
                </a:solidFill>
                <a:latin typeface="Arial" panose="020B0604020202020204" pitchFamily="34" charset="0"/>
                <a:ea typeface="ヒラギノ角ゴ Pro W3" pitchFamily="123" charset="-128"/>
              </a:defRPr>
            </a:lvl3pPr>
            <a:lvl4pPr marL="1600200" indent="-228600">
              <a:defRPr sz="2400">
                <a:solidFill>
                  <a:schemeClr val="tx1"/>
                </a:solidFill>
                <a:latin typeface="Arial" panose="020B0604020202020204" pitchFamily="34" charset="0"/>
                <a:ea typeface="ヒラギノ角ゴ Pro W3" pitchFamily="123" charset="-128"/>
              </a:defRPr>
            </a:lvl4pPr>
            <a:lvl5pPr marL="2057400" indent="-228600">
              <a:defRPr sz="2400">
                <a:solidFill>
                  <a:schemeClr val="tx1"/>
                </a:solidFill>
                <a:latin typeface="Arial" panose="020B0604020202020204" pitchFamily="34" charset="0"/>
                <a:ea typeface="ヒラギノ角ゴ Pro W3" pitchFamily="123"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9pPr>
          </a:lstStyle>
          <a:p>
            <a:fld id="{7B601C32-6314-4AFD-AB7C-27B5997DBC48}" type="slidenum">
              <a:rPr lang="en-US" sz="1200"/>
              <a:pPr/>
              <a:t>31</a:t>
            </a:fld>
            <a:endParaRPr lang="en-US" sz="1200" dirty="0"/>
          </a:p>
        </p:txBody>
      </p:sp>
      <p:sp>
        <p:nvSpPr>
          <p:cNvPr id="157699" name="Rectangle 2"/>
          <p:cNvSpPr>
            <a:spLocks noGrp="1" noRot="1" noChangeAspect="1" noChangeArrowheads="1" noTextEdit="1"/>
          </p:cNvSpPr>
          <p:nvPr>
            <p:ph type="sldImg"/>
          </p:nvPr>
        </p:nvSpPr>
        <p:spPr>
          <a:solidFill>
            <a:srgbClr val="FFFFFF"/>
          </a:solidFill>
          <a:ln/>
        </p:spPr>
      </p:sp>
      <p:sp>
        <p:nvSpPr>
          <p:cNvPr id="134147"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latin typeface="Arial"/>
              </a:rPr>
              <a:t>Figure 27.16af Exploring selected major groups of bacteria (part 1f: epsilon subgroup)</a:t>
            </a:r>
          </a:p>
        </p:txBody>
      </p:sp>
    </p:spTree>
    <p:extLst>
      <p:ext uri="{BB962C8B-B14F-4D97-AF65-F5344CB8AC3E}">
        <p14:creationId xmlns:p14="http://schemas.microsoft.com/office/powerpoint/2010/main" val="136372822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ヒラギノ角ゴ Pro W3" pitchFamily="123" charset="-128"/>
              </a:defRPr>
            </a:lvl1pPr>
            <a:lvl2pPr marL="742950" indent="-285750">
              <a:defRPr sz="2400">
                <a:solidFill>
                  <a:schemeClr val="tx1"/>
                </a:solidFill>
                <a:latin typeface="Arial" panose="020B0604020202020204" pitchFamily="34" charset="0"/>
                <a:ea typeface="ヒラギノ角ゴ Pro W3" pitchFamily="123" charset="-128"/>
              </a:defRPr>
            </a:lvl2pPr>
            <a:lvl3pPr marL="1143000" indent="-228600">
              <a:defRPr sz="2400">
                <a:solidFill>
                  <a:schemeClr val="tx1"/>
                </a:solidFill>
                <a:latin typeface="Arial" panose="020B0604020202020204" pitchFamily="34" charset="0"/>
                <a:ea typeface="ヒラギノ角ゴ Pro W3" pitchFamily="123" charset="-128"/>
              </a:defRPr>
            </a:lvl3pPr>
            <a:lvl4pPr marL="1600200" indent="-228600">
              <a:defRPr sz="2400">
                <a:solidFill>
                  <a:schemeClr val="tx1"/>
                </a:solidFill>
                <a:latin typeface="Arial" panose="020B0604020202020204" pitchFamily="34" charset="0"/>
                <a:ea typeface="ヒラギノ角ゴ Pro W3" pitchFamily="123" charset="-128"/>
              </a:defRPr>
            </a:lvl4pPr>
            <a:lvl5pPr marL="2057400" indent="-228600">
              <a:defRPr sz="2400">
                <a:solidFill>
                  <a:schemeClr val="tx1"/>
                </a:solidFill>
                <a:latin typeface="Arial" panose="020B0604020202020204" pitchFamily="34" charset="0"/>
                <a:ea typeface="ヒラギノ角ゴ Pro W3" pitchFamily="123"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9pPr>
          </a:lstStyle>
          <a:p>
            <a:fld id="{4CF59215-C770-4625-8E9F-0E2EF7770A84}" type="slidenum">
              <a:rPr lang="en-US" sz="1200"/>
              <a:pPr/>
              <a:t>32</a:t>
            </a:fld>
            <a:endParaRPr lang="en-US" sz="1200" dirty="0"/>
          </a:p>
        </p:txBody>
      </p:sp>
      <p:sp>
        <p:nvSpPr>
          <p:cNvPr id="158723" name="Rectangle 2"/>
          <p:cNvSpPr>
            <a:spLocks noGrp="1" noRot="1" noChangeAspect="1" noChangeArrowheads="1" noTextEdit="1"/>
          </p:cNvSpPr>
          <p:nvPr>
            <p:ph type="sldImg"/>
          </p:nvPr>
        </p:nvSpPr>
        <p:spPr>
          <a:solidFill>
            <a:srgbClr val="FFFFFF"/>
          </a:solidFill>
          <a:ln/>
        </p:spPr>
      </p:sp>
      <p:sp>
        <p:nvSpPr>
          <p:cNvPr id="136195"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latin typeface="Arial"/>
              </a:rPr>
              <a:t>Figure 27.16ba Exploring selected major groups of bacteria (part 2a: </a:t>
            </a:r>
            <a:r>
              <a:rPr lang="en-US" dirty="0" err="1">
                <a:latin typeface="Arial"/>
              </a:rPr>
              <a:t>chlamydias</a:t>
            </a:r>
            <a:r>
              <a:rPr lang="en-US" dirty="0">
                <a:latin typeface="Arial"/>
              </a:rPr>
              <a:t>)</a:t>
            </a:r>
          </a:p>
        </p:txBody>
      </p:sp>
    </p:spTree>
    <p:extLst>
      <p:ext uri="{BB962C8B-B14F-4D97-AF65-F5344CB8AC3E}">
        <p14:creationId xmlns:p14="http://schemas.microsoft.com/office/powerpoint/2010/main" val="172552881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ヒラギノ角ゴ Pro W3" pitchFamily="123" charset="-128"/>
              </a:defRPr>
            </a:lvl1pPr>
            <a:lvl2pPr marL="742950" indent="-285750">
              <a:defRPr sz="2400">
                <a:solidFill>
                  <a:schemeClr val="tx1"/>
                </a:solidFill>
                <a:latin typeface="Arial" panose="020B0604020202020204" pitchFamily="34" charset="0"/>
                <a:ea typeface="ヒラギノ角ゴ Pro W3" pitchFamily="123" charset="-128"/>
              </a:defRPr>
            </a:lvl2pPr>
            <a:lvl3pPr marL="1143000" indent="-228600">
              <a:defRPr sz="2400">
                <a:solidFill>
                  <a:schemeClr val="tx1"/>
                </a:solidFill>
                <a:latin typeface="Arial" panose="020B0604020202020204" pitchFamily="34" charset="0"/>
                <a:ea typeface="ヒラギノ角ゴ Pro W3" pitchFamily="123" charset="-128"/>
              </a:defRPr>
            </a:lvl3pPr>
            <a:lvl4pPr marL="1600200" indent="-228600">
              <a:defRPr sz="2400">
                <a:solidFill>
                  <a:schemeClr val="tx1"/>
                </a:solidFill>
                <a:latin typeface="Arial" panose="020B0604020202020204" pitchFamily="34" charset="0"/>
                <a:ea typeface="ヒラギノ角ゴ Pro W3" pitchFamily="123" charset="-128"/>
              </a:defRPr>
            </a:lvl4pPr>
            <a:lvl5pPr marL="2057400" indent="-228600">
              <a:defRPr sz="2400">
                <a:solidFill>
                  <a:schemeClr val="tx1"/>
                </a:solidFill>
                <a:latin typeface="Arial" panose="020B0604020202020204" pitchFamily="34" charset="0"/>
                <a:ea typeface="ヒラギノ角ゴ Pro W3" pitchFamily="123"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9pPr>
          </a:lstStyle>
          <a:p>
            <a:fld id="{ED43B266-246E-4CD3-9C7D-0DF34EA44284}" type="slidenum">
              <a:rPr lang="en-US" sz="1200"/>
              <a:pPr/>
              <a:t>33</a:t>
            </a:fld>
            <a:endParaRPr lang="en-US" sz="1200" dirty="0"/>
          </a:p>
        </p:txBody>
      </p:sp>
      <p:sp>
        <p:nvSpPr>
          <p:cNvPr id="159747" name="Rectangle 2"/>
          <p:cNvSpPr>
            <a:spLocks noGrp="1" noRot="1" noChangeAspect="1" noChangeArrowheads="1" noTextEdit="1"/>
          </p:cNvSpPr>
          <p:nvPr>
            <p:ph type="sldImg"/>
          </p:nvPr>
        </p:nvSpPr>
        <p:spPr>
          <a:solidFill>
            <a:srgbClr val="FFFFFF"/>
          </a:solidFill>
          <a:ln/>
        </p:spPr>
      </p:sp>
      <p:sp>
        <p:nvSpPr>
          <p:cNvPr id="138243"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latin typeface="Arial"/>
              </a:rPr>
              <a:t>Figure 27.16bb Exploring selected major groups of bacteria (part 2b: spirochetes)</a:t>
            </a:r>
          </a:p>
        </p:txBody>
      </p:sp>
    </p:spTree>
    <p:extLst>
      <p:ext uri="{BB962C8B-B14F-4D97-AF65-F5344CB8AC3E}">
        <p14:creationId xmlns:p14="http://schemas.microsoft.com/office/powerpoint/2010/main" val="363519633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ヒラギノ角ゴ Pro W3" pitchFamily="123" charset="-128"/>
              </a:defRPr>
            </a:lvl1pPr>
            <a:lvl2pPr marL="742950" indent="-285750">
              <a:defRPr sz="2400">
                <a:solidFill>
                  <a:schemeClr val="tx1"/>
                </a:solidFill>
                <a:latin typeface="Arial" panose="020B0604020202020204" pitchFamily="34" charset="0"/>
                <a:ea typeface="ヒラギノ角ゴ Pro W3" pitchFamily="123" charset="-128"/>
              </a:defRPr>
            </a:lvl2pPr>
            <a:lvl3pPr marL="1143000" indent="-228600">
              <a:defRPr sz="2400">
                <a:solidFill>
                  <a:schemeClr val="tx1"/>
                </a:solidFill>
                <a:latin typeface="Arial" panose="020B0604020202020204" pitchFamily="34" charset="0"/>
                <a:ea typeface="ヒラギノ角ゴ Pro W3" pitchFamily="123" charset="-128"/>
              </a:defRPr>
            </a:lvl3pPr>
            <a:lvl4pPr marL="1600200" indent="-228600">
              <a:defRPr sz="2400">
                <a:solidFill>
                  <a:schemeClr val="tx1"/>
                </a:solidFill>
                <a:latin typeface="Arial" panose="020B0604020202020204" pitchFamily="34" charset="0"/>
                <a:ea typeface="ヒラギノ角ゴ Pro W3" pitchFamily="123" charset="-128"/>
              </a:defRPr>
            </a:lvl4pPr>
            <a:lvl5pPr marL="2057400" indent="-228600">
              <a:defRPr sz="2400">
                <a:solidFill>
                  <a:schemeClr val="tx1"/>
                </a:solidFill>
                <a:latin typeface="Arial" panose="020B0604020202020204" pitchFamily="34" charset="0"/>
                <a:ea typeface="ヒラギノ角ゴ Pro W3" pitchFamily="123"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9pPr>
          </a:lstStyle>
          <a:p>
            <a:fld id="{40AA4EB8-B45E-4F01-917C-74E073E2D7B9}" type="slidenum">
              <a:rPr lang="en-US" sz="1200"/>
              <a:pPr/>
              <a:t>34</a:t>
            </a:fld>
            <a:endParaRPr lang="en-US" sz="1200" dirty="0"/>
          </a:p>
        </p:txBody>
      </p:sp>
      <p:sp>
        <p:nvSpPr>
          <p:cNvPr id="160771" name="Rectangle 2"/>
          <p:cNvSpPr>
            <a:spLocks noGrp="1" noRot="1" noChangeAspect="1" noChangeArrowheads="1" noTextEdit="1"/>
          </p:cNvSpPr>
          <p:nvPr>
            <p:ph type="sldImg"/>
          </p:nvPr>
        </p:nvSpPr>
        <p:spPr>
          <a:solidFill>
            <a:srgbClr val="FFFFFF"/>
          </a:solidFill>
          <a:ln/>
        </p:spPr>
      </p:sp>
      <p:sp>
        <p:nvSpPr>
          <p:cNvPr id="140291"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latin typeface="Arial"/>
              </a:rPr>
              <a:t>Figure 27.16bc Exploring selected major groups of bacteria (part 2c: cyanobacteria)</a:t>
            </a:r>
          </a:p>
        </p:txBody>
      </p:sp>
    </p:spTree>
    <p:extLst>
      <p:ext uri="{BB962C8B-B14F-4D97-AF65-F5344CB8AC3E}">
        <p14:creationId xmlns:p14="http://schemas.microsoft.com/office/powerpoint/2010/main" val="178842964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ヒラギノ角ゴ Pro W3" pitchFamily="123" charset="-128"/>
              </a:defRPr>
            </a:lvl1pPr>
            <a:lvl2pPr marL="742950" indent="-285750">
              <a:defRPr sz="2400">
                <a:solidFill>
                  <a:schemeClr val="tx1"/>
                </a:solidFill>
                <a:latin typeface="Arial" panose="020B0604020202020204" pitchFamily="34" charset="0"/>
                <a:ea typeface="ヒラギノ角ゴ Pro W3" pitchFamily="123" charset="-128"/>
              </a:defRPr>
            </a:lvl2pPr>
            <a:lvl3pPr marL="1143000" indent="-228600">
              <a:defRPr sz="2400">
                <a:solidFill>
                  <a:schemeClr val="tx1"/>
                </a:solidFill>
                <a:latin typeface="Arial" panose="020B0604020202020204" pitchFamily="34" charset="0"/>
                <a:ea typeface="ヒラギノ角ゴ Pro W3" pitchFamily="123" charset="-128"/>
              </a:defRPr>
            </a:lvl3pPr>
            <a:lvl4pPr marL="1600200" indent="-228600">
              <a:defRPr sz="2400">
                <a:solidFill>
                  <a:schemeClr val="tx1"/>
                </a:solidFill>
                <a:latin typeface="Arial" panose="020B0604020202020204" pitchFamily="34" charset="0"/>
                <a:ea typeface="ヒラギノ角ゴ Pro W3" pitchFamily="123" charset="-128"/>
              </a:defRPr>
            </a:lvl4pPr>
            <a:lvl5pPr marL="2057400" indent="-228600">
              <a:defRPr sz="2400">
                <a:solidFill>
                  <a:schemeClr val="tx1"/>
                </a:solidFill>
                <a:latin typeface="Arial" panose="020B0604020202020204" pitchFamily="34" charset="0"/>
                <a:ea typeface="ヒラギノ角ゴ Pro W3" pitchFamily="123"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9pPr>
          </a:lstStyle>
          <a:p>
            <a:fld id="{C65741C6-ACE0-48B4-B25C-E9086278211C}" type="slidenum">
              <a:rPr lang="en-US" sz="1200"/>
              <a:pPr/>
              <a:t>35</a:t>
            </a:fld>
            <a:endParaRPr lang="en-US" sz="1200" dirty="0"/>
          </a:p>
        </p:txBody>
      </p:sp>
      <p:sp>
        <p:nvSpPr>
          <p:cNvPr id="161795" name="Rectangle 2"/>
          <p:cNvSpPr>
            <a:spLocks noGrp="1" noRot="1" noChangeAspect="1" noChangeArrowheads="1" noTextEdit="1"/>
          </p:cNvSpPr>
          <p:nvPr>
            <p:ph type="sldImg"/>
          </p:nvPr>
        </p:nvSpPr>
        <p:spPr>
          <a:solidFill>
            <a:srgbClr val="FFFFFF"/>
          </a:solidFill>
          <a:ln/>
        </p:spPr>
      </p:sp>
      <p:sp>
        <p:nvSpPr>
          <p:cNvPr id="142339"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dirty="0">
              <a:latin typeface="Times New Roman" panose="02020603050405020304" pitchFamily="18" charset="0"/>
              <a:ea typeface="ヒラギノ角ゴ Pro W3" pitchFamily="123" charset="-128"/>
            </a:endParaRPr>
          </a:p>
        </p:txBody>
      </p:sp>
    </p:spTree>
    <p:extLst>
      <p:ext uri="{BB962C8B-B14F-4D97-AF65-F5344CB8AC3E}">
        <p14:creationId xmlns:p14="http://schemas.microsoft.com/office/powerpoint/2010/main" val="164442102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5"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ヒラギノ角ゴ Pro W3" pitchFamily="123" charset="-128"/>
              </a:defRPr>
            </a:lvl1pPr>
            <a:lvl2pPr marL="742950" indent="-285750">
              <a:defRPr sz="2400">
                <a:solidFill>
                  <a:schemeClr val="tx1"/>
                </a:solidFill>
                <a:latin typeface="Arial" panose="020B0604020202020204" pitchFamily="34" charset="0"/>
                <a:ea typeface="ヒラギノ角ゴ Pro W3" pitchFamily="123" charset="-128"/>
              </a:defRPr>
            </a:lvl2pPr>
            <a:lvl3pPr marL="1143000" indent="-228600">
              <a:defRPr sz="2400">
                <a:solidFill>
                  <a:schemeClr val="tx1"/>
                </a:solidFill>
                <a:latin typeface="Arial" panose="020B0604020202020204" pitchFamily="34" charset="0"/>
                <a:ea typeface="ヒラギノ角ゴ Pro W3" pitchFamily="123" charset="-128"/>
              </a:defRPr>
            </a:lvl3pPr>
            <a:lvl4pPr marL="1600200" indent="-228600">
              <a:defRPr sz="2400">
                <a:solidFill>
                  <a:schemeClr val="tx1"/>
                </a:solidFill>
                <a:latin typeface="Arial" panose="020B0604020202020204" pitchFamily="34" charset="0"/>
                <a:ea typeface="ヒラギノ角ゴ Pro W3" pitchFamily="123" charset="-128"/>
              </a:defRPr>
            </a:lvl4pPr>
            <a:lvl5pPr marL="2057400" indent="-228600">
              <a:defRPr sz="2400">
                <a:solidFill>
                  <a:schemeClr val="tx1"/>
                </a:solidFill>
                <a:latin typeface="Arial" panose="020B0604020202020204" pitchFamily="34" charset="0"/>
                <a:ea typeface="ヒラギノ角ゴ Pro W3" pitchFamily="123"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9pPr>
          </a:lstStyle>
          <a:p>
            <a:fld id="{9B6A6052-2FD9-41B8-A2D2-760E644881C2}" type="slidenum">
              <a:rPr lang="en-US" sz="1200"/>
              <a:pPr/>
              <a:t>36</a:t>
            </a:fld>
            <a:endParaRPr lang="en-US" sz="1200" dirty="0"/>
          </a:p>
        </p:txBody>
      </p:sp>
      <p:sp>
        <p:nvSpPr>
          <p:cNvPr id="162819" name="Rectangle 2"/>
          <p:cNvSpPr>
            <a:spLocks noGrp="1" noRot="1" noChangeAspect="1" noChangeArrowheads="1" noTextEdit="1"/>
          </p:cNvSpPr>
          <p:nvPr>
            <p:ph type="sldImg"/>
          </p:nvPr>
        </p:nvSpPr>
        <p:spPr>
          <a:solidFill>
            <a:srgbClr val="FFFFFF"/>
          </a:solidFill>
          <a:ln/>
        </p:spPr>
      </p:sp>
      <p:sp>
        <p:nvSpPr>
          <p:cNvPr id="144387"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it-IT" dirty="0">
                <a:latin typeface="Arial"/>
              </a:rPr>
              <a:t>Figure 27.UN02 In-text figure, Archaea mini-tree, p. 580</a:t>
            </a:r>
          </a:p>
        </p:txBody>
      </p:sp>
    </p:spTree>
    <p:extLst>
      <p:ext uri="{BB962C8B-B14F-4D97-AF65-F5344CB8AC3E}">
        <p14:creationId xmlns:p14="http://schemas.microsoft.com/office/powerpoint/2010/main" val="376730696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Arial"/>
              </a:rPr>
              <a:t>Table: A comparison of the three domains of life</a:t>
            </a:r>
          </a:p>
          <a:p>
            <a:endParaRPr lang="en-US" dirty="0">
              <a:latin typeface="Arial"/>
            </a:endParaRPr>
          </a:p>
        </p:txBody>
      </p:sp>
    </p:spTree>
    <p:extLst>
      <p:ext uri="{BB962C8B-B14F-4D97-AF65-F5344CB8AC3E}">
        <p14:creationId xmlns:p14="http://schemas.microsoft.com/office/powerpoint/2010/main" val="125310841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5"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ヒラギノ角ゴ Pro W3" pitchFamily="123" charset="-128"/>
              </a:defRPr>
            </a:lvl1pPr>
            <a:lvl2pPr marL="742950" indent="-285750">
              <a:defRPr sz="2400">
                <a:solidFill>
                  <a:schemeClr val="tx1"/>
                </a:solidFill>
                <a:latin typeface="Arial" panose="020B0604020202020204" pitchFamily="34" charset="0"/>
                <a:ea typeface="ヒラギノ角ゴ Pro W3" pitchFamily="123" charset="-128"/>
              </a:defRPr>
            </a:lvl2pPr>
            <a:lvl3pPr marL="1143000" indent="-228600">
              <a:defRPr sz="2400">
                <a:solidFill>
                  <a:schemeClr val="tx1"/>
                </a:solidFill>
                <a:latin typeface="Arial" panose="020B0604020202020204" pitchFamily="34" charset="0"/>
                <a:ea typeface="ヒラギノ角ゴ Pro W3" pitchFamily="123" charset="-128"/>
              </a:defRPr>
            </a:lvl3pPr>
            <a:lvl4pPr marL="1600200" indent="-228600">
              <a:defRPr sz="2400">
                <a:solidFill>
                  <a:schemeClr val="tx1"/>
                </a:solidFill>
                <a:latin typeface="Arial" panose="020B0604020202020204" pitchFamily="34" charset="0"/>
                <a:ea typeface="ヒラギノ角ゴ Pro W3" pitchFamily="123" charset="-128"/>
              </a:defRPr>
            </a:lvl4pPr>
            <a:lvl5pPr marL="2057400" indent="-228600">
              <a:defRPr sz="2400">
                <a:solidFill>
                  <a:schemeClr val="tx1"/>
                </a:solidFill>
                <a:latin typeface="Arial" panose="020B0604020202020204" pitchFamily="34" charset="0"/>
                <a:ea typeface="ヒラギノ角ゴ Pro W3" pitchFamily="123"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9pPr>
          </a:lstStyle>
          <a:p>
            <a:fld id="{FF05292C-645C-4916-B550-079EF0C30A74}" type="slidenum">
              <a:rPr lang="en-US" sz="1200"/>
              <a:pPr/>
              <a:t>38</a:t>
            </a:fld>
            <a:endParaRPr lang="en-US" sz="1200" dirty="0"/>
          </a:p>
        </p:txBody>
      </p:sp>
      <p:sp>
        <p:nvSpPr>
          <p:cNvPr id="167939" name="Rectangle 2"/>
          <p:cNvSpPr>
            <a:spLocks noGrp="1" noRot="1" noChangeAspect="1" noChangeArrowheads="1" noTextEdit="1"/>
          </p:cNvSpPr>
          <p:nvPr>
            <p:ph type="sldImg"/>
          </p:nvPr>
        </p:nvSpPr>
        <p:spPr>
          <a:solidFill>
            <a:srgbClr val="FFFFFF"/>
          </a:solidFill>
          <a:ln/>
        </p:spPr>
      </p:sp>
      <p:sp>
        <p:nvSpPr>
          <p:cNvPr id="154627"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dirty="0">
              <a:latin typeface="Times New Roman" panose="02020603050405020304" pitchFamily="18" charset="0"/>
              <a:ea typeface="ヒラギノ角ゴ Pro W3" pitchFamily="123" charset="-128"/>
            </a:endParaRPr>
          </a:p>
        </p:txBody>
      </p:sp>
    </p:spTree>
    <p:extLst>
      <p:ext uri="{BB962C8B-B14F-4D97-AF65-F5344CB8AC3E}">
        <p14:creationId xmlns:p14="http://schemas.microsoft.com/office/powerpoint/2010/main" val="309643517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3"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ヒラギノ角ゴ Pro W3" pitchFamily="123" charset="-128"/>
              </a:defRPr>
            </a:lvl1pPr>
            <a:lvl2pPr marL="742950" indent="-285750">
              <a:defRPr sz="2400">
                <a:solidFill>
                  <a:schemeClr val="tx1"/>
                </a:solidFill>
                <a:latin typeface="Arial" panose="020B0604020202020204" pitchFamily="34" charset="0"/>
                <a:ea typeface="ヒラギノ角ゴ Pro W3" pitchFamily="123" charset="-128"/>
              </a:defRPr>
            </a:lvl2pPr>
            <a:lvl3pPr marL="1143000" indent="-228600">
              <a:defRPr sz="2400">
                <a:solidFill>
                  <a:schemeClr val="tx1"/>
                </a:solidFill>
                <a:latin typeface="Arial" panose="020B0604020202020204" pitchFamily="34" charset="0"/>
                <a:ea typeface="ヒラギノ角ゴ Pro W3" pitchFamily="123" charset="-128"/>
              </a:defRPr>
            </a:lvl3pPr>
            <a:lvl4pPr marL="1600200" indent="-228600">
              <a:defRPr sz="2400">
                <a:solidFill>
                  <a:schemeClr val="tx1"/>
                </a:solidFill>
                <a:latin typeface="Arial" panose="020B0604020202020204" pitchFamily="34" charset="0"/>
                <a:ea typeface="ヒラギノ角ゴ Pro W3" pitchFamily="123" charset="-128"/>
              </a:defRPr>
            </a:lvl4pPr>
            <a:lvl5pPr marL="2057400" indent="-228600">
              <a:defRPr sz="2400">
                <a:solidFill>
                  <a:schemeClr val="tx1"/>
                </a:solidFill>
                <a:latin typeface="Arial" panose="020B0604020202020204" pitchFamily="34" charset="0"/>
                <a:ea typeface="ヒラギノ角ゴ Pro W3" pitchFamily="123"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9pPr>
          </a:lstStyle>
          <a:p>
            <a:fld id="{423514D3-E0B4-4FE9-8106-E46EB517BD7D}" type="slidenum">
              <a:rPr lang="en-US" sz="1200"/>
              <a:pPr/>
              <a:t>39</a:t>
            </a:fld>
            <a:endParaRPr lang="en-US" sz="1200" dirty="0"/>
          </a:p>
        </p:txBody>
      </p:sp>
      <p:sp>
        <p:nvSpPr>
          <p:cNvPr id="168963" name="Rectangle 2"/>
          <p:cNvSpPr>
            <a:spLocks noGrp="1" noRot="1" noChangeAspect="1" noChangeArrowheads="1" noTextEdit="1"/>
          </p:cNvSpPr>
          <p:nvPr>
            <p:ph type="sldImg"/>
          </p:nvPr>
        </p:nvSpPr>
        <p:spPr>
          <a:solidFill>
            <a:srgbClr val="FFFFFF"/>
          </a:solidFill>
          <a:ln/>
        </p:spPr>
      </p:sp>
      <p:sp>
        <p:nvSpPr>
          <p:cNvPr id="156675"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dirty="0">
              <a:latin typeface="Times New Roman" panose="02020603050405020304" pitchFamily="18" charset="0"/>
              <a:ea typeface="ヒラギノ角ゴ Pro W3" pitchFamily="123" charset="-128"/>
            </a:endParaRPr>
          </a:p>
        </p:txBody>
      </p:sp>
    </p:spTree>
    <p:extLst>
      <p:ext uri="{BB962C8B-B14F-4D97-AF65-F5344CB8AC3E}">
        <p14:creationId xmlns:p14="http://schemas.microsoft.com/office/powerpoint/2010/main" val="92591510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5"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ヒラギノ角ゴ Pro W3" pitchFamily="123" charset="-128"/>
              </a:defRPr>
            </a:lvl1pPr>
            <a:lvl2pPr marL="742950" indent="-285750">
              <a:defRPr sz="2400">
                <a:solidFill>
                  <a:schemeClr val="tx1"/>
                </a:solidFill>
                <a:latin typeface="Arial" panose="020B0604020202020204" pitchFamily="34" charset="0"/>
                <a:ea typeface="ヒラギノ角ゴ Pro W3" pitchFamily="123" charset="-128"/>
              </a:defRPr>
            </a:lvl2pPr>
            <a:lvl3pPr marL="1143000" indent="-228600">
              <a:defRPr sz="2400">
                <a:solidFill>
                  <a:schemeClr val="tx1"/>
                </a:solidFill>
                <a:latin typeface="Arial" panose="020B0604020202020204" pitchFamily="34" charset="0"/>
                <a:ea typeface="ヒラギノ角ゴ Pro W3" pitchFamily="123" charset="-128"/>
              </a:defRPr>
            </a:lvl3pPr>
            <a:lvl4pPr marL="1600200" indent="-228600">
              <a:defRPr sz="2400">
                <a:solidFill>
                  <a:schemeClr val="tx1"/>
                </a:solidFill>
                <a:latin typeface="Arial" panose="020B0604020202020204" pitchFamily="34" charset="0"/>
                <a:ea typeface="ヒラギノ角ゴ Pro W3" pitchFamily="123" charset="-128"/>
              </a:defRPr>
            </a:lvl4pPr>
            <a:lvl5pPr marL="2057400" indent="-228600">
              <a:defRPr sz="2400">
                <a:solidFill>
                  <a:schemeClr val="tx1"/>
                </a:solidFill>
                <a:latin typeface="Arial" panose="020B0604020202020204" pitchFamily="34" charset="0"/>
                <a:ea typeface="ヒラギノ角ゴ Pro W3" pitchFamily="123"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9pPr>
          </a:lstStyle>
          <a:p>
            <a:fld id="{293368E9-3D65-4258-B832-3798C2CE4647}" type="slidenum">
              <a:rPr lang="en-US" sz="1200"/>
              <a:pPr/>
              <a:t>40</a:t>
            </a:fld>
            <a:endParaRPr lang="en-US" sz="1200" dirty="0"/>
          </a:p>
        </p:txBody>
      </p:sp>
      <p:sp>
        <p:nvSpPr>
          <p:cNvPr id="173059" name="Rectangle 2"/>
          <p:cNvSpPr>
            <a:spLocks noGrp="1" noRot="1" noChangeAspect="1" noChangeArrowheads="1" noTextEdit="1"/>
          </p:cNvSpPr>
          <p:nvPr>
            <p:ph type="sldImg"/>
          </p:nvPr>
        </p:nvSpPr>
        <p:spPr>
          <a:solidFill>
            <a:srgbClr val="FFFFFF"/>
          </a:solidFill>
          <a:ln/>
        </p:spPr>
      </p:sp>
      <p:sp>
        <p:nvSpPr>
          <p:cNvPr id="164867"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dirty="0">
              <a:latin typeface="Times New Roman" panose="02020603050405020304" pitchFamily="18" charset="0"/>
              <a:ea typeface="ヒラギノ角ゴ Pro W3" pitchFamily="123" charset="-128"/>
            </a:endParaRPr>
          </a:p>
        </p:txBody>
      </p:sp>
    </p:spTree>
    <p:extLst>
      <p:ext uri="{BB962C8B-B14F-4D97-AF65-F5344CB8AC3E}">
        <p14:creationId xmlns:p14="http://schemas.microsoft.com/office/powerpoint/2010/main" val="246736146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7"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ヒラギノ角ゴ Pro W3" pitchFamily="123" charset="-128"/>
              </a:defRPr>
            </a:lvl1pPr>
            <a:lvl2pPr marL="742950" indent="-285750">
              <a:defRPr sz="2400">
                <a:solidFill>
                  <a:schemeClr val="tx1"/>
                </a:solidFill>
                <a:latin typeface="Arial" panose="020B0604020202020204" pitchFamily="34" charset="0"/>
                <a:ea typeface="ヒラギノ角ゴ Pro W3" pitchFamily="123" charset="-128"/>
              </a:defRPr>
            </a:lvl2pPr>
            <a:lvl3pPr marL="1143000" indent="-228600">
              <a:defRPr sz="2400">
                <a:solidFill>
                  <a:schemeClr val="tx1"/>
                </a:solidFill>
                <a:latin typeface="Arial" panose="020B0604020202020204" pitchFamily="34" charset="0"/>
                <a:ea typeface="ヒラギノ角ゴ Pro W3" pitchFamily="123" charset="-128"/>
              </a:defRPr>
            </a:lvl3pPr>
            <a:lvl4pPr marL="1600200" indent="-228600">
              <a:defRPr sz="2400">
                <a:solidFill>
                  <a:schemeClr val="tx1"/>
                </a:solidFill>
                <a:latin typeface="Arial" panose="020B0604020202020204" pitchFamily="34" charset="0"/>
                <a:ea typeface="ヒラギノ角ゴ Pro W3" pitchFamily="123" charset="-128"/>
              </a:defRPr>
            </a:lvl4pPr>
            <a:lvl5pPr marL="2057400" indent="-228600">
              <a:defRPr sz="2400">
                <a:solidFill>
                  <a:schemeClr val="tx1"/>
                </a:solidFill>
                <a:latin typeface="Arial" panose="020B0604020202020204" pitchFamily="34" charset="0"/>
                <a:ea typeface="ヒラギノ角ゴ Pro W3" pitchFamily="123"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9pPr>
          </a:lstStyle>
          <a:p>
            <a:fld id="{D0A90D33-7D40-45CF-86AA-79A9AB68E8EB}" type="slidenum">
              <a:rPr lang="en-US" sz="1200"/>
              <a:pPr/>
              <a:t>41</a:t>
            </a:fld>
            <a:endParaRPr lang="en-US" sz="1200" dirty="0"/>
          </a:p>
        </p:txBody>
      </p:sp>
      <p:sp>
        <p:nvSpPr>
          <p:cNvPr id="177155" name="Rectangle 2"/>
          <p:cNvSpPr>
            <a:spLocks noGrp="1" noRot="1" noChangeAspect="1" noChangeArrowheads="1" noTextEdit="1"/>
          </p:cNvSpPr>
          <p:nvPr>
            <p:ph type="sldImg"/>
          </p:nvPr>
        </p:nvSpPr>
        <p:spPr>
          <a:solidFill>
            <a:srgbClr val="FFFFFF"/>
          </a:solidFill>
          <a:ln/>
        </p:spPr>
      </p:sp>
      <p:sp>
        <p:nvSpPr>
          <p:cNvPr id="173059"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dirty="0">
              <a:latin typeface="Times New Roman" panose="02020603050405020304" pitchFamily="18" charset="0"/>
              <a:ea typeface="ヒラギノ角ゴ Pro W3" pitchFamily="123" charset="-128"/>
            </a:endParaRPr>
          </a:p>
        </p:txBody>
      </p:sp>
    </p:spTree>
    <p:extLst>
      <p:ext uri="{BB962C8B-B14F-4D97-AF65-F5344CB8AC3E}">
        <p14:creationId xmlns:p14="http://schemas.microsoft.com/office/powerpoint/2010/main" val="157740642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rial"/>
              </a:rPr>
              <a:t>Figure 27.20 Lyme disease</a:t>
            </a:r>
          </a:p>
          <a:p>
            <a:endParaRPr lang="en-US">
              <a:latin typeface="Arial"/>
            </a:endParaRPr>
          </a:p>
        </p:txBody>
      </p:sp>
    </p:spTree>
    <p:extLst>
      <p:ext uri="{BB962C8B-B14F-4D97-AF65-F5344CB8AC3E}">
        <p14:creationId xmlns:p14="http://schemas.microsoft.com/office/powerpoint/2010/main" val="395963457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49"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ヒラギノ角ゴ Pro W3" pitchFamily="123" charset="-128"/>
              </a:defRPr>
            </a:lvl1pPr>
            <a:lvl2pPr marL="742950" indent="-285750">
              <a:defRPr sz="2400">
                <a:solidFill>
                  <a:schemeClr val="tx1"/>
                </a:solidFill>
                <a:latin typeface="Arial" panose="020B0604020202020204" pitchFamily="34" charset="0"/>
                <a:ea typeface="ヒラギノ角ゴ Pro W3" pitchFamily="123" charset="-128"/>
              </a:defRPr>
            </a:lvl2pPr>
            <a:lvl3pPr marL="1143000" indent="-228600">
              <a:defRPr sz="2400">
                <a:solidFill>
                  <a:schemeClr val="tx1"/>
                </a:solidFill>
                <a:latin typeface="Arial" panose="020B0604020202020204" pitchFamily="34" charset="0"/>
                <a:ea typeface="ヒラギノ角ゴ Pro W3" pitchFamily="123" charset="-128"/>
              </a:defRPr>
            </a:lvl3pPr>
            <a:lvl4pPr marL="1600200" indent="-228600">
              <a:defRPr sz="2400">
                <a:solidFill>
                  <a:schemeClr val="tx1"/>
                </a:solidFill>
                <a:latin typeface="Arial" panose="020B0604020202020204" pitchFamily="34" charset="0"/>
                <a:ea typeface="ヒラギノ角ゴ Pro W3" pitchFamily="123" charset="-128"/>
              </a:defRPr>
            </a:lvl4pPr>
            <a:lvl5pPr marL="2057400" indent="-228600">
              <a:defRPr sz="2400">
                <a:solidFill>
                  <a:schemeClr val="tx1"/>
                </a:solidFill>
                <a:latin typeface="Arial" panose="020B0604020202020204" pitchFamily="34" charset="0"/>
                <a:ea typeface="ヒラギノ角ゴ Pro W3" pitchFamily="123"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9pPr>
          </a:lstStyle>
          <a:p>
            <a:fld id="{C2333F52-63AF-4A90-A33F-B9D713D705D4}" type="slidenum">
              <a:rPr lang="en-US" sz="1200"/>
              <a:pPr/>
              <a:t>43</a:t>
            </a:fld>
            <a:endParaRPr lang="en-US" sz="1200" dirty="0"/>
          </a:p>
        </p:txBody>
      </p:sp>
      <p:sp>
        <p:nvSpPr>
          <p:cNvPr id="181251" name="Rectangle 2"/>
          <p:cNvSpPr>
            <a:spLocks noGrp="1" noRot="1" noChangeAspect="1" noChangeArrowheads="1" noTextEdit="1"/>
          </p:cNvSpPr>
          <p:nvPr>
            <p:ph type="sldImg"/>
          </p:nvPr>
        </p:nvSpPr>
        <p:spPr>
          <a:solidFill>
            <a:srgbClr val="FFFFFF"/>
          </a:solidFill>
          <a:ln/>
        </p:spPr>
      </p:sp>
      <p:sp>
        <p:nvSpPr>
          <p:cNvPr id="2"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dirty="0">
              <a:latin typeface="Times New Roman" panose="02020603050405020304" pitchFamily="18" charset="0"/>
              <a:ea typeface="ヒラギノ角ゴ Pro W3" pitchFamily="123" charset="-128"/>
            </a:endParaRPr>
          </a:p>
        </p:txBody>
      </p:sp>
    </p:spTree>
    <p:extLst>
      <p:ext uri="{BB962C8B-B14F-4D97-AF65-F5344CB8AC3E}">
        <p14:creationId xmlns:p14="http://schemas.microsoft.com/office/powerpoint/2010/main" val="208645439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5"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ヒラギノ角ゴ Pro W3" pitchFamily="123" charset="-128"/>
              </a:defRPr>
            </a:lvl1pPr>
            <a:lvl2pPr marL="742950" indent="-285750">
              <a:defRPr sz="2400">
                <a:solidFill>
                  <a:schemeClr val="tx1"/>
                </a:solidFill>
                <a:latin typeface="Arial" panose="020B0604020202020204" pitchFamily="34" charset="0"/>
                <a:ea typeface="ヒラギノ角ゴ Pro W3" pitchFamily="123" charset="-128"/>
              </a:defRPr>
            </a:lvl2pPr>
            <a:lvl3pPr marL="1143000" indent="-228600">
              <a:defRPr sz="2400">
                <a:solidFill>
                  <a:schemeClr val="tx1"/>
                </a:solidFill>
                <a:latin typeface="Arial" panose="020B0604020202020204" pitchFamily="34" charset="0"/>
                <a:ea typeface="ヒラギノ角ゴ Pro W3" pitchFamily="123" charset="-128"/>
              </a:defRPr>
            </a:lvl3pPr>
            <a:lvl4pPr marL="1600200" indent="-228600">
              <a:defRPr sz="2400">
                <a:solidFill>
                  <a:schemeClr val="tx1"/>
                </a:solidFill>
                <a:latin typeface="Arial" panose="020B0604020202020204" pitchFamily="34" charset="0"/>
                <a:ea typeface="ヒラギノ角ゴ Pro W3" pitchFamily="123" charset="-128"/>
              </a:defRPr>
            </a:lvl4pPr>
            <a:lvl5pPr marL="2057400" indent="-228600">
              <a:defRPr sz="2400">
                <a:solidFill>
                  <a:schemeClr val="tx1"/>
                </a:solidFill>
                <a:latin typeface="Arial" panose="020B0604020202020204" pitchFamily="34" charset="0"/>
                <a:ea typeface="ヒラギノ角ゴ Pro W3" pitchFamily="123"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ヒラギノ角ゴ Pro W3" pitchFamily="123" charset="-128"/>
              </a:defRPr>
            </a:lvl9pPr>
          </a:lstStyle>
          <a:p>
            <a:fld id="{115BAA83-F7F7-4A66-8314-E2240CF56FF3}" type="slidenum">
              <a:rPr lang="en-US" sz="1200"/>
              <a:pPr/>
              <a:t>44</a:t>
            </a:fld>
            <a:endParaRPr lang="en-US" sz="1200" dirty="0"/>
          </a:p>
        </p:txBody>
      </p:sp>
      <p:sp>
        <p:nvSpPr>
          <p:cNvPr id="183299" name="Rectangle 2"/>
          <p:cNvSpPr>
            <a:spLocks noGrp="1" noRot="1" noChangeAspect="1" noChangeArrowheads="1" noTextEdit="1"/>
          </p:cNvSpPr>
          <p:nvPr>
            <p:ph type="sldImg"/>
          </p:nvPr>
        </p:nvSpPr>
        <p:spPr>
          <a:solidFill>
            <a:srgbClr val="FFFFFF"/>
          </a:solidFill>
          <a:ln/>
        </p:spPr>
      </p:sp>
      <p:sp>
        <p:nvSpPr>
          <p:cNvPr id="185347"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dirty="0">
              <a:latin typeface="Times New Roman" panose="02020603050405020304" pitchFamily="18" charset="0"/>
              <a:ea typeface="ヒラギノ角ゴ Pro W3" pitchFamily="123" charset="-128"/>
            </a:endParaRPr>
          </a:p>
        </p:txBody>
      </p:sp>
    </p:spTree>
    <p:extLst>
      <p:ext uri="{BB962C8B-B14F-4D97-AF65-F5344CB8AC3E}">
        <p14:creationId xmlns:p14="http://schemas.microsoft.com/office/powerpoint/2010/main" val="264465936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bg>
      <p:bgPr>
        <a:solidFill>
          <a:srgbClr val="F2B30C"/>
        </a:soli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l="14591" t="-1" b="-1"/>
          <a:stretch/>
        </p:blipFill>
        <p:spPr>
          <a:xfrm>
            <a:off x="152400" y="152400"/>
            <a:ext cx="4495800" cy="6356360"/>
          </a:xfrm>
          <a:prstGeom prst="rect">
            <a:avLst/>
          </a:prstGeom>
        </p:spPr>
      </p:pic>
      <p:sp>
        <p:nvSpPr>
          <p:cNvPr id="7" name="Footer Placeholder 2"/>
          <p:cNvSpPr>
            <a:spLocks noGrp="1"/>
          </p:cNvSpPr>
          <p:nvPr>
            <p:ph type="ftr" sz="quarter" idx="3"/>
          </p:nvPr>
        </p:nvSpPr>
        <p:spPr>
          <a:xfrm>
            <a:off x="0" y="6490096"/>
            <a:ext cx="30861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Rectangle 5"/>
          <p:cNvSpPr/>
          <p:nvPr userDrawn="1"/>
        </p:nvSpPr>
        <p:spPr>
          <a:xfrm>
            <a:off x="4876800" y="152400"/>
            <a:ext cx="4114800" cy="5791200"/>
          </a:xfrm>
          <a:prstGeom prst="rect">
            <a:avLst/>
          </a:prstGeom>
        </p:spPr>
        <p:txBody>
          <a:bodyPr wrap="square" anchor="ctr">
            <a:noAutofit/>
          </a:bodyPr>
          <a:lstStyle/>
          <a:p>
            <a:pPr marL="0" marR="0" indent="0" algn="ctr" defTabSz="914400" rtl="0" eaLnBrk="0" fontAlgn="base" latinLnBrk="0" hangingPunct="0">
              <a:lnSpc>
                <a:spcPct val="100000"/>
              </a:lnSpc>
              <a:spcBef>
                <a:spcPct val="0"/>
              </a:spcBef>
              <a:spcAft>
                <a:spcPct val="0"/>
              </a:spcAft>
              <a:buClrTx/>
              <a:buSzTx/>
              <a:buFontTx/>
              <a:buNone/>
              <a:tabLst/>
              <a:defRPr/>
            </a:pPr>
            <a:r>
              <a:rPr lang="en-US" sz="4000" b="1" dirty="0">
                <a:solidFill>
                  <a:srgbClr val="DF4A20"/>
                </a:solidFill>
                <a:effectLst>
                  <a:outerShdw blurRad="38100" dist="38100" dir="2700000" algn="tl">
                    <a:srgbClr val="000000">
                      <a:alpha val="43137"/>
                    </a:srgbClr>
                  </a:outerShdw>
                </a:effectLst>
              </a:rPr>
              <a:t>Chapter 27</a:t>
            </a:r>
            <a:br>
              <a:rPr lang="en-US" sz="3200" b="1" dirty="0">
                <a:solidFill>
                  <a:srgbClr val="DF4A20"/>
                </a:solidFill>
              </a:rPr>
            </a:br>
            <a:br>
              <a:rPr lang="en-US" sz="3600" dirty="0"/>
            </a:br>
            <a:r>
              <a:rPr lang="en-US" sz="4000" b="1" kern="1200" baseline="0" dirty="0">
                <a:solidFill>
                  <a:schemeClr val="tx1"/>
                </a:solidFill>
                <a:effectLst>
                  <a:outerShdw blurRad="38100" dist="38100" dir="2700000" algn="tl">
                    <a:srgbClr val="000000">
                      <a:alpha val="43137"/>
                    </a:srgbClr>
                  </a:outerShdw>
                </a:effectLst>
                <a:latin typeface="Arial" panose="020B0604020202020204" pitchFamily="34" charset="0"/>
                <a:ea typeface="ヒラギノ角ゴ Pro W3" charset="-128"/>
                <a:cs typeface="+mn-cs"/>
              </a:rPr>
              <a:t>Bacteria and </a:t>
            </a:r>
            <a:r>
              <a:rPr lang="en-US" sz="4000" b="1" kern="1200" baseline="0" dirty="0" err="1">
                <a:solidFill>
                  <a:schemeClr val="tx1"/>
                </a:solidFill>
                <a:effectLst>
                  <a:outerShdw blurRad="38100" dist="38100" dir="2700000" algn="tl">
                    <a:srgbClr val="000000">
                      <a:alpha val="43137"/>
                    </a:srgbClr>
                  </a:outerShdw>
                </a:effectLst>
                <a:latin typeface="Arial" panose="020B0604020202020204" pitchFamily="34" charset="0"/>
                <a:ea typeface="ヒラギノ角ゴ Pro W3" charset="-128"/>
                <a:cs typeface="+mn-cs"/>
              </a:rPr>
              <a:t>Archaea</a:t>
            </a:r>
            <a:endParaRPr lang="en-US" sz="4000" b="1" kern="1200" baseline="0" dirty="0">
              <a:solidFill>
                <a:schemeClr val="tx1"/>
              </a:solidFill>
              <a:effectLst>
                <a:outerShdw blurRad="38100" dist="38100" dir="2700000" algn="tl">
                  <a:srgbClr val="000000">
                    <a:alpha val="43137"/>
                  </a:srgbClr>
                </a:outerShdw>
              </a:effectLst>
              <a:latin typeface="Arial" panose="020B0604020202020204" pitchFamily="34" charset="0"/>
              <a:ea typeface="ヒラギノ角ゴ Pro W3" charset="-128"/>
              <a:cs typeface="+mn-cs"/>
            </a:endParaRPr>
          </a:p>
        </p:txBody>
      </p:sp>
    </p:spTree>
    <p:extLst>
      <p:ext uri="{BB962C8B-B14F-4D97-AF65-F5344CB8AC3E}">
        <p14:creationId xmlns:p14="http://schemas.microsoft.com/office/powerpoint/2010/main" val="18082879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 and 2 line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46331"/>
          </a:xfrm>
        </p:spPr>
        <p:txBody>
          <a:bodyPr/>
          <a:lstStyle>
            <a:lvl1pPr>
              <a:lnSpc>
                <a:spcPct val="100000"/>
              </a:lnSpc>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marL="347472" indent="-347472">
              <a:buClr>
                <a:srgbClr val="DF4A20"/>
              </a:buClr>
              <a:defRPr/>
            </a:lvl1pPr>
            <a:lvl2pPr marL="740664" indent="-283464">
              <a:buClr>
                <a:srgbClr val="DF4A20"/>
              </a:buClr>
              <a:defRPr/>
            </a:lvl2pPr>
            <a:lvl3pPr marL="1143000" indent="-228600">
              <a:buClr>
                <a:srgbClr val="DF4A20"/>
              </a:buClr>
              <a:defRPr/>
            </a:lvl3pPr>
            <a:lvl4pPr marL="1600200" indent="-228600">
              <a:buClr>
                <a:srgbClr val="DF4A20"/>
              </a:buClr>
              <a:defRPr/>
            </a:lvl4pPr>
            <a:lvl5pPr marL="2057400" indent="-228600">
              <a:buClr>
                <a:srgbClr val="DF4A20"/>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2"/>
          <p:cNvSpPr>
            <a:spLocks noGrp="1"/>
          </p:cNvSpPr>
          <p:nvPr>
            <p:ph type="ftr" sz="quarter" idx="3"/>
          </p:nvPr>
        </p:nvSpPr>
        <p:spPr>
          <a:xfrm>
            <a:off x="66575" y="6586347"/>
            <a:ext cx="3086100" cy="232932"/>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Tree>
    <p:extLst>
      <p:ext uri="{BB962C8B-B14F-4D97-AF65-F5344CB8AC3E}">
        <p14:creationId xmlns:p14="http://schemas.microsoft.com/office/powerpoint/2010/main" val="29108079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3 line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46331"/>
          </a:xfrm>
        </p:spPr>
        <p:txBody>
          <a:bodyPr/>
          <a:lstStyle>
            <a:lvl1pPr>
              <a:lnSpc>
                <a:spcPct val="100000"/>
              </a:lnSpc>
              <a:defRPr/>
            </a:lvl1pPr>
          </a:lstStyle>
          <a:p>
            <a:r>
              <a:rPr lang="en-US" dirty="0"/>
              <a:t>Click to edit Master title style</a:t>
            </a:r>
          </a:p>
        </p:txBody>
      </p:sp>
      <p:sp>
        <p:nvSpPr>
          <p:cNvPr id="3" name="Content Placeholder 2"/>
          <p:cNvSpPr>
            <a:spLocks noGrp="1"/>
          </p:cNvSpPr>
          <p:nvPr>
            <p:ph idx="1"/>
          </p:nvPr>
        </p:nvSpPr>
        <p:spPr>
          <a:xfrm>
            <a:off x="152400" y="1752600"/>
            <a:ext cx="8839199" cy="4737496"/>
          </a:xfrm>
        </p:spPr>
        <p:txBody>
          <a:bodyPr/>
          <a:lstStyle>
            <a:lvl1pPr marL="347472" indent="-347472">
              <a:buClr>
                <a:srgbClr val="DF4A20"/>
              </a:buClr>
              <a:defRPr/>
            </a:lvl1pPr>
            <a:lvl2pPr marL="740664" indent="-283464">
              <a:buClr>
                <a:srgbClr val="DF4A20"/>
              </a:buClr>
              <a:defRPr/>
            </a:lvl2pPr>
            <a:lvl3pPr marL="1143000" indent="-228600">
              <a:buClr>
                <a:srgbClr val="DF4A20"/>
              </a:buClr>
              <a:defRPr/>
            </a:lvl3pPr>
            <a:lvl4pPr marL="1600200" indent="-228600">
              <a:buClr>
                <a:srgbClr val="DF4A20"/>
              </a:buClr>
              <a:defRPr/>
            </a:lvl4pPr>
            <a:lvl5pPr marL="2057400" indent="-228600">
              <a:buClr>
                <a:srgbClr val="DF4A20"/>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2"/>
          <p:cNvSpPr>
            <a:spLocks noGrp="1"/>
          </p:cNvSpPr>
          <p:nvPr>
            <p:ph type="ftr" sz="quarter" idx="3"/>
          </p:nvPr>
        </p:nvSpPr>
        <p:spPr>
          <a:xfrm>
            <a:off x="66575" y="6586347"/>
            <a:ext cx="3086100" cy="232932"/>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Tree>
    <p:extLst>
      <p:ext uri="{BB962C8B-B14F-4D97-AF65-F5344CB8AC3E}">
        <p14:creationId xmlns:p14="http://schemas.microsoft.com/office/powerpoint/2010/main" val="10503202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No Title with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347472" indent="-347472">
              <a:buClr>
                <a:srgbClr val="DF4A20"/>
              </a:buClr>
              <a:defRPr/>
            </a:lvl1pPr>
            <a:lvl2pPr marL="740664" indent="-283464">
              <a:buClr>
                <a:srgbClr val="DF4A20"/>
              </a:buClr>
              <a:defRPr/>
            </a:lvl2pPr>
            <a:lvl3pPr marL="1143000" indent="-228600">
              <a:buClr>
                <a:srgbClr val="DF4A20"/>
              </a:buClr>
              <a:defRPr/>
            </a:lvl3pPr>
            <a:lvl4pPr marL="1600200" indent="-228600">
              <a:buClr>
                <a:srgbClr val="DF4A20"/>
              </a:buClr>
              <a:defRPr/>
            </a:lvl4pPr>
            <a:lvl5pPr marL="2057400" indent="-228600">
              <a:buClr>
                <a:srgbClr val="DF4A20"/>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2"/>
          <p:cNvSpPr>
            <a:spLocks noGrp="1"/>
          </p:cNvSpPr>
          <p:nvPr>
            <p:ph type="ftr" sz="quarter" idx="3"/>
          </p:nvPr>
        </p:nvSpPr>
        <p:spPr>
          <a:xfrm>
            <a:off x="66575" y="6586347"/>
            <a:ext cx="3086100" cy="232932"/>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Tree>
    <p:extLst>
      <p:ext uri="{BB962C8B-B14F-4D97-AF65-F5344CB8AC3E}">
        <p14:creationId xmlns:p14="http://schemas.microsoft.com/office/powerpoint/2010/main" val="851232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2"/>
          <p:cNvSpPr>
            <a:spLocks noGrp="1"/>
          </p:cNvSpPr>
          <p:nvPr>
            <p:ph type="ftr" sz="quarter" idx="3"/>
          </p:nvPr>
        </p:nvSpPr>
        <p:spPr>
          <a:xfrm>
            <a:off x="66575" y="6586347"/>
            <a:ext cx="3086100" cy="232932"/>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Tree>
    <p:extLst>
      <p:ext uri="{BB962C8B-B14F-4D97-AF65-F5344CB8AC3E}">
        <p14:creationId xmlns:p14="http://schemas.microsoft.com/office/powerpoint/2010/main" val="36181052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3"/>
          </p:nvPr>
        </p:nvSpPr>
        <p:spPr>
          <a:xfrm>
            <a:off x="66575" y="6586347"/>
            <a:ext cx="3086100" cy="232932"/>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Tree>
    <p:extLst>
      <p:ext uri="{BB962C8B-B14F-4D97-AF65-F5344CB8AC3E}">
        <p14:creationId xmlns:p14="http://schemas.microsoft.com/office/powerpoint/2010/main" val="40317336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6334104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3612316" cy="343551"/>
          </a:xfrm>
          <a:prstGeom prst="rect">
            <a:avLst/>
          </a:prstGeom>
        </p:spPr>
        <p:txBody>
          <a:bodyPr/>
          <a:lstStyle>
            <a:lvl1pPr algn="l">
              <a:defRPr sz="1200">
                <a:latin typeface="Arial"/>
                <a:cs typeface="Arial"/>
              </a:defRPr>
            </a:lvl1pPr>
          </a:lstStyle>
          <a:p>
            <a:r>
              <a:rPr lang="en-US"/>
              <a:t>Click to edit Master title style</a:t>
            </a:r>
            <a:endParaRPr lang="en-US" dirty="0"/>
          </a:p>
        </p:txBody>
      </p:sp>
    </p:spTree>
    <p:extLst>
      <p:ext uri="{BB962C8B-B14F-4D97-AF65-F5344CB8AC3E}">
        <p14:creationId xmlns:p14="http://schemas.microsoft.com/office/powerpoint/2010/main" val="26182640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3612316" cy="343551"/>
          </a:xfrm>
          <a:prstGeom prst="rect">
            <a:avLst/>
          </a:prstGeom>
        </p:spPr>
        <p:txBody>
          <a:bodyPr/>
          <a:lstStyle>
            <a:lvl1pPr algn="l">
              <a:defRPr sz="1200">
                <a:latin typeface="Arial"/>
                <a:cs typeface="Arial"/>
              </a:defRPr>
            </a:lvl1pPr>
          </a:lstStyle>
          <a:p>
            <a:r>
              <a:rPr lang="en-US" dirty="0"/>
              <a:t>Click to edit Master title style</a:t>
            </a:r>
          </a:p>
        </p:txBody>
      </p:sp>
    </p:spTree>
    <p:extLst>
      <p:ext uri="{BB962C8B-B14F-4D97-AF65-F5344CB8AC3E}">
        <p14:creationId xmlns:p14="http://schemas.microsoft.com/office/powerpoint/2010/main" val="6671542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3612316" cy="343551"/>
          </a:xfrm>
          <a:prstGeom prst="rect">
            <a:avLst/>
          </a:prstGeom>
        </p:spPr>
        <p:txBody>
          <a:bodyPr/>
          <a:lstStyle>
            <a:lvl1pPr algn="l">
              <a:defRPr sz="1200">
                <a:latin typeface="Arial"/>
                <a:cs typeface="Arial"/>
              </a:defRPr>
            </a:lvl1pPr>
          </a:lstStyle>
          <a:p>
            <a:r>
              <a:rPr lang="en-US" dirty="0"/>
              <a:t>Click to edit Master title style</a:t>
            </a:r>
          </a:p>
        </p:txBody>
      </p:sp>
    </p:spTree>
    <p:extLst>
      <p:ext uri="{BB962C8B-B14F-4D97-AF65-F5344CB8AC3E}">
        <p14:creationId xmlns:p14="http://schemas.microsoft.com/office/powerpoint/2010/main" val="36227575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3612316" cy="343551"/>
          </a:xfrm>
          <a:prstGeom prst="rect">
            <a:avLst/>
          </a:prstGeom>
        </p:spPr>
        <p:txBody>
          <a:bodyPr/>
          <a:lstStyle>
            <a:lvl1pPr algn="l">
              <a:defRPr sz="1200">
                <a:latin typeface="Arial"/>
                <a:cs typeface="Arial"/>
              </a:defRPr>
            </a:lvl1pPr>
          </a:lstStyle>
          <a:p>
            <a:r>
              <a:rPr lang="en-US" dirty="0"/>
              <a:t>Click to edit Master title style</a:t>
            </a:r>
          </a:p>
        </p:txBody>
      </p:sp>
    </p:spTree>
    <p:extLst>
      <p:ext uri="{BB962C8B-B14F-4D97-AF65-F5344CB8AC3E}">
        <p14:creationId xmlns:p14="http://schemas.microsoft.com/office/powerpoint/2010/main" val="14776739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3612316" cy="343551"/>
          </a:xfrm>
          <a:prstGeom prst="rect">
            <a:avLst/>
          </a:prstGeom>
        </p:spPr>
        <p:txBody>
          <a:bodyPr/>
          <a:lstStyle>
            <a:lvl1pPr algn="l">
              <a:defRPr sz="1200">
                <a:latin typeface="Arial"/>
                <a:cs typeface="Arial"/>
              </a:defRPr>
            </a:lvl1pPr>
          </a:lstStyle>
          <a:p>
            <a:r>
              <a:rPr lang="en-US" dirty="0"/>
              <a:t>Click to edit Master title style</a:t>
            </a:r>
          </a:p>
        </p:txBody>
      </p:sp>
    </p:spTree>
    <p:extLst>
      <p:ext uri="{BB962C8B-B14F-4D97-AF65-F5344CB8AC3E}">
        <p14:creationId xmlns:p14="http://schemas.microsoft.com/office/powerpoint/2010/main" val="27107190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9.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0.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11.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8"/>
          <p:cNvSpPr>
            <a:spLocks noGrp="1" noChangeArrowheads="1"/>
          </p:cNvSpPr>
          <p:nvPr>
            <p:ph type="body" idx="1"/>
          </p:nvPr>
        </p:nvSpPr>
        <p:spPr bwMode="auto">
          <a:xfrm>
            <a:off x="152400" y="1272910"/>
            <a:ext cx="8839199" cy="5217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137160" bIns="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26" name="Rectangle 7"/>
          <p:cNvSpPr>
            <a:spLocks noGrp="1" noChangeArrowheads="1"/>
          </p:cNvSpPr>
          <p:nvPr>
            <p:ph type="title"/>
          </p:nvPr>
        </p:nvSpPr>
        <p:spPr bwMode="auto">
          <a:xfrm>
            <a:off x="0" y="0"/>
            <a:ext cx="9144000"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182880" tIns="91440" rIns="228600" bIns="91440" numCol="1" anchor="t" anchorCtr="0" compatLnSpc="1">
            <a:prstTxWarp prst="textNoShape">
              <a:avLst/>
            </a:prstTxWarp>
            <a:spAutoFit/>
          </a:bodyPr>
          <a:lstStyle/>
          <a:p>
            <a:pPr lvl="0"/>
            <a:r>
              <a:rPr lang="en-US"/>
              <a:t>Click to edit Master title style</a:t>
            </a:r>
            <a:endParaRPr lang="en-US" dirty="0"/>
          </a:p>
        </p:txBody>
      </p:sp>
      <p:sp>
        <p:nvSpPr>
          <p:cNvPr id="3" name="Footer Placeholder 2"/>
          <p:cNvSpPr>
            <a:spLocks noGrp="1"/>
          </p:cNvSpPr>
          <p:nvPr>
            <p:ph type="ftr" sz="quarter" idx="3"/>
          </p:nvPr>
        </p:nvSpPr>
        <p:spPr>
          <a:xfrm>
            <a:off x="66575" y="6586347"/>
            <a:ext cx="3086100" cy="232932"/>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Tree>
    <p:extLst>
      <p:ext uri="{BB962C8B-B14F-4D97-AF65-F5344CB8AC3E}">
        <p14:creationId xmlns:p14="http://schemas.microsoft.com/office/powerpoint/2010/main" val="3933218824"/>
      </p:ext>
    </p:extLst>
  </p:cSld>
  <p:clrMap bg1="lt1" tx1="dk1" bg2="lt2" tx2="dk2" accent1="accent1" accent2="accent2" accent3="accent3" accent4="accent4" accent5="accent5" accent6="accent6" hlink="hlink" folHlink="folHlink"/>
  <p:sldLayoutIdLst>
    <p:sldLayoutId id="2147483901" r:id="rId1"/>
    <p:sldLayoutId id="2147483902" r:id="rId2"/>
    <p:sldLayoutId id="2147483908" r:id="rId3"/>
    <p:sldLayoutId id="2147483907" r:id="rId4"/>
    <p:sldLayoutId id="2147483903" r:id="rId5"/>
    <p:sldLayoutId id="2147483904" r:id="rId6"/>
    <p:sldLayoutId id="2147483909" r:id="rId7"/>
  </p:sldLayoutIdLst>
  <p:hf sldNum="0" hdr="0" ftr="0" dt="0"/>
  <p:txStyles>
    <p:titleStyle>
      <a:lvl1pPr marL="0" indent="-450850" algn="l" rtl="0" eaLnBrk="1" fontAlgn="base" hangingPunct="1">
        <a:lnSpc>
          <a:spcPct val="90000"/>
        </a:lnSpc>
        <a:spcBef>
          <a:spcPct val="0"/>
        </a:spcBef>
        <a:spcAft>
          <a:spcPct val="0"/>
        </a:spcAft>
        <a:defRPr sz="3000" b="1">
          <a:solidFill>
            <a:schemeClr val="tx1"/>
          </a:solidFill>
          <a:latin typeface="Arial"/>
          <a:ea typeface="Arial" panose="020B0604020202020204" pitchFamily="34" charset="0"/>
          <a:cs typeface="Arial"/>
        </a:defRPr>
      </a:lvl1pPr>
      <a:lvl2pPr marL="450850" indent="-450850" algn="l" rtl="0" eaLnBrk="1" fontAlgn="base" hangingPunct="1">
        <a:lnSpc>
          <a:spcPct val="90000"/>
        </a:lnSpc>
        <a:spcBef>
          <a:spcPct val="0"/>
        </a:spcBef>
        <a:spcAft>
          <a:spcPct val="0"/>
        </a:spcAft>
        <a:defRPr sz="3200" b="1">
          <a:solidFill>
            <a:srgbClr val="9D002D"/>
          </a:solidFill>
          <a:latin typeface="Times New Roman" charset="0"/>
          <a:ea typeface="Geneva" charset="0"/>
          <a:cs typeface="Arial" charset="0"/>
        </a:defRPr>
      </a:lvl2pPr>
      <a:lvl3pPr marL="450850" indent="-450850" algn="l" rtl="0" eaLnBrk="1" fontAlgn="base" hangingPunct="1">
        <a:lnSpc>
          <a:spcPct val="90000"/>
        </a:lnSpc>
        <a:spcBef>
          <a:spcPct val="0"/>
        </a:spcBef>
        <a:spcAft>
          <a:spcPct val="0"/>
        </a:spcAft>
        <a:defRPr sz="3200" b="1">
          <a:solidFill>
            <a:srgbClr val="9D002D"/>
          </a:solidFill>
          <a:latin typeface="Times New Roman" charset="0"/>
          <a:ea typeface="Geneva" charset="0"/>
          <a:cs typeface="Arial" charset="0"/>
        </a:defRPr>
      </a:lvl3pPr>
      <a:lvl4pPr marL="450850" indent="-450850" algn="l" rtl="0" eaLnBrk="1" fontAlgn="base" hangingPunct="1">
        <a:lnSpc>
          <a:spcPct val="90000"/>
        </a:lnSpc>
        <a:spcBef>
          <a:spcPct val="0"/>
        </a:spcBef>
        <a:spcAft>
          <a:spcPct val="0"/>
        </a:spcAft>
        <a:defRPr sz="3200" b="1">
          <a:solidFill>
            <a:srgbClr val="9D002D"/>
          </a:solidFill>
          <a:latin typeface="Times New Roman" charset="0"/>
          <a:ea typeface="Geneva" charset="0"/>
          <a:cs typeface="Arial" charset="0"/>
        </a:defRPr>
      </a:lvl4pPr>
      <a:lvl5pPr marL="450850" indent="-450850" algn="l" rtl="0" eaLnBrk="1" fontAlgn="base" hangingPunct="1">
        <a:lnSpc>
          <a:spcPct val="90000"/>
        </a:lnSpc>
        <a:spcBef>
          <a:spcPct val="0"/>
        </a:spcBef>
        <a:spcAft>
          <a:spcPct val="0"/>
        </a:spcAft>
        <a:defRPr sz="3200" b="1">
          <a:solidFill>
            <a:srgbClr val="9D002D"/>
          </a:solidFill>
          <a:latin typeface="Times New Roman" charset="0"/>
          <a:ea typeface="Geneva" charset="0"/>
          <a:cs typeface="Arial" charset="0"/>
        </a:defRPr>
      </a:lvl5pPr>
      <a:lvl6pPr marL="908050" indent="-450850" algn="l" rtl="0" eaLnBrk="1" fontAlgn="base" hangingPunct="1">
        <a:lnSpc>
          <a:spcPct val="90000"/>
        </a:lnSpc>
        <a:spcBef>
          <a:spcPct val="0"/>
        </a:spcBef>
        <a:spcAft>
          <a:spcPct val="0"/>
        </a:spcAft>
        <a:defRPr sz="3000" b="1">
          <a:solidFill>
            <a:schemeClr val="tx2"/>
          </a:solidFill>
          <a:latin typeface="Times New Roman" charset="0"/>
          <a:ea typeface="Arial" charset="0"/>
          <a:cs typeface="Arial" charset="0"/>
        </a:defRPr>
      </a:lvl6pPr>
      <a:lvl7pPr marL="1365250" indent="-450850" algn="l" rtl="0" eaLnBrk="1" fontAlgn="base" hangingPunct="1">
        <a:lnSpc>
          <a:spcPct val="90000"/>
        </a:lnSpc>
        <a:spcBef>
          <a:spcPct val="0"/>
        </a:spcBef>
        <a:spcAft>
          <a:spcPct val="0"/>
        </a:spcAft>
        <a:defRPr sz="3000" b="1">
          <a:solidFill>
            <a:schemeClr val="tx2"/>
          </a:solidFill>
          <a:latin typeface="Times New Roman" charset="0"/>
          <a:ea typeface="Arial" charset="0"/>
          <a:cs typeface="Arial" charset="0"/>
        </a:defRPr>
      </a:lvl7pPr>
      <a:lvl8pPr marL="1822450" indent="-450850" algn="l" rtl="0" eaLnBrk="1" fontAlgn="base" hangingPunct="1">
        <a:lnSpc>
          <a:spcPct val="90000"/>
        </a:lnSpc>
        <a:spcBef>
          <a:spcPct val="0"/>
        </a:spcBef>
        <a:spcAft>
          <a:spcPct val="0"/>
        </a:spcAft>
        <a:defRPr sz="3000" b="1">
          <a:solidFill>
            <a:schemeClr val="tx2"/>
          </a:solidFill>
          <a:latin typeface="Times New Roman" charset="0"/>
          <a:ea typeface="Arial" charset="0"/>
          <a:cs typeface="Arial" charset="0"/>
        </a:defRPr>
      </a:lvl8pPr>
      <a:lvl9pPr marL="2279650" indent="-450850" algn="l" rtl="0" eaLnBrk="1" fontAlgn="base" hangingPunct="1">
        <a:lnSpc>
          <a:spcPct val="90000"/>
        </a:lnSpc>
        <a:spcBef>
          <a:spcPct val="0"/>
        </a:spcBef>
        <a:spcAft>
          <a:spcPct val="0"/>
        </a:spcAft>
        <a:defRPr sz="3000" b="1">
          <a:solidFill>
            <a:schemeClr val="tx2"/>
          </a:solidFill>
          <a:latin typeface="Times New Roman" charset="0"/>
          <a:ea typeface="Arial" charset="0"/>
          <a:cs typeface="Arial" charset="0"/>
        </a:defRPr>
      </a:lvl9pPr>
    </p:titleStyle>
    <p:bodyStyle>
      <a:lvl1pPr marL="347472" indent="-347472" algn="l" rtl="0" eaLnBrk="1" fontAlgn="base" hangingPunct="1">
        <a:spcBef>
          <a:spcPts val="600"/>
        </a:spcBef>
        <a:spcAft>
          <a:spcPts val="600"/>
        </a:spcAft>
        <a:buClr>
          <a:srgbClr val="DF4A20"/>
        </a:buClr>
        <a:buFont typeface="Wingdings" charset="2"/>
        <a:buChar char="§"/>
        <a:defRPr sz="2800">
          <a:solidFill>
            <a:schemeClr val="tx1"/>
          </a:solidFill>
          <a:latin typeface="Arial" charset="0"/>
          <a:ea typeface="Arial" panose="020B0604020202020204" pitchFamily="34" charset="0"/>
          <a:cs typeface="+mn-cs"/>
        </a:defRPr>
      </a:lvl1pPr>
      <a:lvl2pPr marL="740664" indent="-283464" algn="l" rtl="0" eaLnBrk="1" fontAlgn="base" hangingPunct="1">
        <a:spcBef>
          <a:spcPts val="600"/>
        </a:spcBef>
        <a:spcAft>
          <a:spcPts val="600"/>
        </a:spcAft>
        <a:buClr>
          <a:srgbClr val="DF4A20"/>
        </a:buClr>
        <a:buFont typeface="Wingdings" charset="2"/>
        <a:buChar char="§"/>
        <a:defRPr sz="2600">
          <a:solidFill>
            <a:schemeClr val="tx1"/>
          </a:solidFill>
          <a:latin typeface="Arial" charset="0"/>
          <a:ea typeface="+mn-ea"/>
          <a:cs typeface="+mn-cs"/>
        </a:defRPr>
      </a:lvl2pPr>
      <a:lvl3pPr marL="1143000" indent="-228600" algn="l" rtl="0" eaLnBrk="1" fontAlgn="base" hangingPunct="1">
        <a:spcBef>
          <a:spcPts val="600"/>
        </a:spcBef>
        <a:spcAft>
          <a:spcPts val="600"/>
        </a:spcAft>
        <a:buClr>
          <a:srgbClr val="DF4A20"/>
        </a:buClr>
        <a:buFont typeface="Wingdings" charset="2"/>
        <a:buChar char="§"/>
        <a:defRPr sz="2400">
          <a:solidFill>
            <a:schemeClr val="tx1"/>
          </a:solidFill>
          <a:latin typeface="Arial" charset="0"/>
          <a:ea typeface="+mn-ea"/>
          <a:cs typeface="+mn-cs"/>
        </a:defRPr>
      </a:lvl3pPr>
      <a:lvl4pPr marL="1600200" indent="-228600" algn="l" rtl="0" eaLnBrk="1" fontAlgn="base" hangingPunct="1">
        <a:spcBef>
          <a:spcPts val="600"/>
        </a:spcBef>
        <a:spcAft>
          <a:spcPts val="600"/>
        </a:spcAft>
        <a:buClr>
          <a:srgbClr val="DF4A20"/>
        </a:buClr>
        <a:buFont typeface="Wingdings" charset="2"/>
        <a:buChar char="§"/>
        <a:defRPr sz="2200">
          <a:solidFill>
            <a:schemeClr val="tx1"/>
          </a:solidFill>
          <a:latin typeface="Arial" charset="0"/>
          <a:ea typeface="+mn-ea"/>
          <a:cs typeface="+mn-cs"/>
        </a:defRPr>
      </a:lvl4pPr>
      <a:lvl5pPr marL="2057400" indent="-228600" algn="l" rtl="0" eaLnBrk="1" fontAlgn="base" hangingPunct="1">
        <a:spcBef>
          <a:spcPts val="600"/>
        </a:spcBef>
        <a:spcAft>
          <a:spcPts val="600"/>
        </a:spcAft>
        <a:buClr>
          <a:srgbClr val="DF4A20"/>
        </a:buClr>
        <a:buFont typeface="Wingdings" charset="2"/>
        <a:buChar char="§"/>
        <a:defRPr sz="2200">
          <a:solidFill>
            <a:schemeClr val="tx1"/>
          </a:solidFill>
          <a:latin typeface="Arial" charset="0"/>
          <a:ea typeface="+mn-ea"/>
          <a:cs typeface="+mn-cs"/>
        </a:defRPr>
      </a:lvl5pPr>
      <a:lvl6pPr marL="3316288" indent="-347663" algn="l" rtl="0" eaLnBrk="1" fontAlgn="base" hangingPunct="1">
        <a:spcBef>
          <a:spcPct val="45000"/>
        </a:spcBef>
        <a:spcAft>
          <a:spcPct val="20000"/>
        </a:spcAft>
        <a:buClr>
          <a:schemeClr val="tx2"/>
        </a:buClr>
        <a:buFont typeface="Wingdings" charset="2"/>
        <a:buChar char="§"/>
        <a:defRPr sz="2000">
          <a:solidFill>
            <a:schemeClr val="tx1"/>
          </a:solidFill>
          <a:latin typeface="+mn-lt"/>
          <a:ea typeface="+mn-ea"/>
          <a:cs typeface="+mn-cs"/>
        </a:defRPr>
      </a:lvl6pPr>
      <a:lvl7pPr marL="3773488" indent="-347663" algn="l" rtl="0" eaLnBrk="1" fontAlgn="base" hangingPunct="1">
        <a:spcBef>
          <a:spcPct val="45000"/>
        </a:spcBef>
        <a:spcAft>
          <a:spcPct val="20000"/>
        </a:spcAft>
        <a:buClr>
          <a:schemeClr val="tx2"/>
        </a:buClr>
        <a:buFont typeface="Wingdings" charset="2"/>
        <a:buChar char="§"/>
        <a:defRPr sz="2000">
          <a:solidFill>
            <a:schemeClr val="tx1"/>
          </a:solidFill>
          <a:latin typeface="+mn-lt"/>
          <a:ea typeface="+mn-ea"/>
          <a:cs typeface="+mn-cs"/>
        </a:defRPr>
      </a:lvl7pPr>
      <a:lvl8pPr marL="4230688" indent="-347663" algn="l" rtl="0" eaLnBrk="1" fontAlgn="base" hangingPunct="1">
        <a:spcBef>
          <a:spcPct val="45000"/>
        </a:spcBef>
        <a:spcAft>
          <a:spcPct val="20000"/>
        </a:spcAft>
        <a:buClr>
          <a:schemeClr val="tx2"/>
        </a:buClr>
        <a:buFont typeface="Wingdings" charset="2"/>
        <a:buChar char="§"/>
        <a:defRPr sz="2000">
          <a:solidFill>
            <a:schemeClr val="tx1"/>
          </a:solidFill>
          <a:latin typeface="+mn-lt"/>
          <a:ea typeface="+mn-ea"/>
          <a:cs typeface="+mn-cs"/>
        </a:defRPr>
      </a:lvl8pPr>
      <a:lvl9pPr marL="4687888" indent="-347663" algn="l" rtl="0" eaLnBrk="1" fontAlgn="base" hangingPunct="1">
        <a:spcBef>
          <a:spcPct val="45000"/>
        </a:spcBef>
        <a:spcAft>
          <a:spcPct val="20000"/>
        </a:spcAft>
        <a:buClr>
          <a:schemeClr val="tx2"/>
        </a:buClr>
        <a:buFont typeface="Wingdings" charset="2"/>
        <a:buChar char="§"/>
        <a:defRPr sz="20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0" y="0"/>
            <a:ext cx="5757649" cy="356998"/>
          </a:xfrm>
          <a:prstGeom prst="rect">
            <a:avLst/>
          </a:prstGeom>
        </p:spPr>
        <p:txBody>
          <a:bodyPr vert="horz" lIns="91440" tIns="45720" rIns="91440" bIns="45720" rtlCol="0">
            <a:normAutofit/>
          </a:bodyPr>
          <a:lstStyle/>
          <a:p>
            <a:pPr lvl="0"/>
            <a:r>
              <a:rPr lang="en-US" dirty="0"/>
              <a:t>Click to edit Master text styles</a:t>
            </a:r>
          </a:p>
        </p:txBody>
      </p:sp>
      <p:sp>
        <p:nvSpPr>
          <p:cNvPr id="4" name="Rectangle 3"/>
          <p:cNvSpPr>
            <a:spLocks noChangeArrowheads="1"/>
          </p:cNvSpPr>
          <p:nvPr/>
        </p:nvSpPr>
        <p:spPr bwMode="auto">
          <a:xfrm>
            <a:off x="66973" y="6582040"/>
            <a:ext cx="2895600" cy="16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lstStyle/>
          <a:p>
            <a:r>
              <a:rPr lang="en-US" sz="900" dirty="0">
                <a:solidFill>
                  <a:srgbClr val="000000"/>
                </a:solidFill>
                <a:latin typeface="Arial" charset="0"/>
                <a:ea typeface="ＭＳ Ｐゴシック" charset="0"/>
                <a:cs typeface="ＭＳ Ｐゴシック" charset="0"/>
              </a:rPr>
              <a:t>© 2014 Pearson Education, Inc.</a:t>
            </a:r>
          </a:p>
        </p:txBody>
      </p:sp>
    </p:spTree>
    <p:extLst>
      <p:ext uri="{BB962C8B-B14F-4D97-AF65-F5344CB8AC3E}">
        <p14:creationId xmlns:p14="http://schemas.microsoft.com/office/powerpoint/2010/main" val="130376245"/>
      </p:ext>
    </p:extLst>
  </p:cSld>
  <p:clrMap bg1="lt1" tx1="dk1" bg2="lt2" tx2="dk2" accent1="accent1" accent2="accent2" accent3="accent3" accent4="accent4" accent5="accent5" accent6="accent6" hlink="hlink" folHlink="folHlink"/>
  <p:sldLayoutIdLst>
    <p:sldLayoutId id="2147483906" r:id="rId1"/>
  </p:sldLayoutIdLst>
  <p:hf sldNum="0" hdr="0" ftr="0" dt="0"/>
  <p:txStyles>
    <p:titleStyle>
      <a:lvl1pPr algn="ctr" rtl="0" eaLnBrk="1" fontAlgn="base" hangingPunct="1">
        <a:spcBef>
          <a:spcPct val="0"/>
        </a:spcBef>
        <a:spcAft>
          <a:spcPct val="0"/>
        </a:spcAft>
        <a:defRPr sz="4400">
          <a:solidFill>
            <a:schemeClr val="tx2"/>
          </a:solidFill>
          <a:latin typeface="+mj-lt"/>
          <a:ea typeface="ＭＳ Ｐゴシック" charset="0"/>
          <a:cs typeface="ＭＳ Ｐゴシック" charset="0"/>
        </a:defRPr>
      </a:lvl1pPr>
      <a:lvl2pPr algn="ctr" rtl="0" eaLnBrk="1" fontAlgn="base" hangingPunct="1">
        <a:spcBef>
          <a:spcPct val="0"/>
        </a:spcBef>
        <a:spcAft>
          <a:spcPct val="0"/>
        </a:spcAft>
        <a:defRPr sz="4400">
          <a:solidFill>
            <a:schemeClr val="tx2"/>
          </a:solidFill>
          <a:latin typeface="Times" pitchFamily="84" charset="0"/>
          <a:ea typeface="ＭＳ Ｐゴシック" charset="0"/>
          <a:cs typeface="ＭＳ Ｐゴシック" charset="0"/>
        </a:defRPr>
      </a:lvl2pPr>
      <a:lvl3pPr algn="ctr" rtl="0" eaLnBrk="1" fontAlgn="base" hangingPunct="1">
        <a:spcBef>
          <a:spcPct val="0"/>
        </a:spcBef>
        <a:spcAft>
          <a:spcPct val="0"/>
        </a:spcAft>
        <a:defRPr sz="4400">
          <a:solidFill>
            <a:schemeClr val="tx2"/>
          </a:solidFill>
          <a:latin typeface="Times" pitchFamily="84" charset="0"/>
          <a:ea typeface="ＭＳ Ｐゴシック" charset="0"/>
          <a:cs typeface="ＭＳ Ｐゴシック" charset="0"/>
        </a:defRPr>
      </a:lvl3pPr>
      <a:lvl4pPr algn="ctr" rtl="0" eaLnBrk="1" fontAlgn="base" hangingPunct="1">
        <a:spcBef>
          <a:spcPct val="0"/>
        </a:spcBef>
        <a:spcAft>
          <a:spcPct val="0"/>
        </a:spcAft>
        <a:defRPr sz="4400">
          <a:solidFill>
            <a:schemeClr val="tx2"/>
          </a:solidFill>
          <a:latin typeface="Times" pitchFamily="84" charset="0"/>
          <a:ea typeface="ＭＳ Ｐゴシック" charset="0"/>
          <a:cs typeface="ＭＳ Ｐゴシック" charset="0"/>
        </a:defRPr>
      </a:lvl4pPr>
      <a:lvl5pPr algn="ctr" rtl="0" eaLnBrk="1" fontAlgn="base" hangingPunct="1">
        <a:spcBef>
          <a:spcPct val="0"/>
        </a:spcBef>
        <a:spcAft>
          <a:spcPct val="0"/>
        </a:spcAft>
        <a:defRPr sz="4400">
          <a:solidFill>
            <a:schemeClr val="tx2"/>
          </a:solidFill>
          <a:latin typeface="Times" pitchFamily="84" charset="0"/>
          <a:ea typeface="ＭＳ Ｐゴシック" charset="0"/>
          <a:cs typeface="ＭＳ Ｐゴシック" charset="0"/>
        </a:defRPr>
      </a:lvl5pPr>
      <a:lvl6pPr marL="457200" algn="ctr" rtl="0" eaLnBrk="1" fontAlgn="base" hangingPunct="1">
        <a:spcBef>
          <a:spcPct val="0"/>
        </a:spcBef>
        <a:spcAft>
          <a:spcPct val="0"/>
        </a:spcAft>
        <a:defRPr sz="4400">
          <a:solidFill>
            <a:schemeClr val="tx2"/>
          </a:solidFill>
          <a:latin typeface="Times" pitchFamily="84" charset="0"/>
        </a:defRPr>
      </a:lvl6pPr>
      <a:lvl7pPr marL="914400" algn="ctr" rtl="0" eaLnBrk="1" fontAlgn="base" hangingPunct="1">
        <a:spcBef>
          <a:spcPct val="0"/>
        </a:spcBef>
        <a:spcAft>
          <a:spcPct val="0"/>
        </a:spcAft>
        <a:defRPr sz="4400">
          <a:solidFill>
            <a:schemeClr val="tx2"/>
          </a:solidFill>
          <a:latin typeface="Times" pitchFamily="84" charset="0"/>
        </a:defRPr>
      </a:lvl7pPr>
      <a:lvl8pPr marL="1371600" algn="ctr" rtl="0" eaLnBrk="1" fontAlgn="base" hangingPunct="1">
        <a:spcBef>
          <a:spcPct val="0"/>
        </a:spcBef>
        <a:spcAft>
          <a:spcPct val="0"/>
        </a:spcAft>
        <a:defRPr sz="4400">
          <a:solidFill>
            <a:schemeClr val="tx2"/>
          </a:solidFill>
          <a:latin typeface="Times" pitchFamily="84" charset="0"/>
        </a:defRPr>
      </a:lvl8pPr>
      <a:lvl9pPr marL="1828800" algn="ctr" rtl="0" eaLnBrk="1" fontAlgn="base" hangingPunct="1">
        <a:spcBef>
          <a:spcPct val="0"/>
        </a:spcBef>
        <a:spcAft>
          <a:spcPct val="0"/>
        </a:spcAft>
        <a:defRPr sz="4400">
          <a:solidFill>
            <a:schemeClr val="tx2"/>
          </a:solidFill>
          <a:latin typeface="Times" pitchFamily="84" charset="0"/>
        </a:defRPr>
      </a:lvl9pPr>
    </p:titleStyle>
    <p:bodyStyle>
      <a:lvl1pPr marL="0" indent="0" algn="l" rtl="0" eaLnBrk="1" fontAlgn="base" hangingPunct="1">
        <a:spcBef>
          <a:spcPct val="20000"/>
        </a:spcBef>
        <a:spcAft>
          <a:spcPct val="0"/>
        </a:spcAft>
        <a:buNone/>
        <a:defRPr sz="1200">
          <a:solidFill>
            <a:schemeClr val="tx1"/>
          </a:solidFill>
          <a:latin typeface="Arial"/>
          <a:ea typeface="ＭＳ Ｐゴシック" charset="0"/>
          <a:cs typeface="Arial"/>
        </a:defRPr>
      </a:lvl1pPr>
      <a:lvl2pPr marL="457200" indent="0" algn="l" rtl="0" eaLnBrk="1" fontAlgn="base" hangingPunct="1">
        <a:spcBef>
          <a:spcPct val="20000"/>
        </a:spcBef>
        <a:spcAft>
          <a:spcPct val="0"/>
        </a:spcAft>
        <a:buNone/>
        <a:defRPr sz="1200">
          <a:solidFill>
            <a:schemeClr val="tx1"/>
          </a:solidFill>
          <a:latin typeface="Arial"/>
          <a:ea typeface="ＭＳ Ｐゴシック" charset="-128"/>
          <a:cs typeface="Arial"/>
        </a:defRPr>
      </a:lvl2pPr>
      <a:lvl3pPr marL="914400" indent="0" algn="l" rtl="0" eaLnBrk="1" fontAlgn="base" hangingPunct="1">
        <a:spcBef>
          <a:spcPct val="20000"/>
        </a:spcBef>
        <a:spcAft>
          <a:spcPct val="0"/>
        </a:spcAft>
        <a:buNone/>
        <a:defRPr sz="1200">
          <a:solidFill>
            <a:schemeClr val="tx1"/>
          </a:solidFill>
          <a:latin typeface="Arial"/>
          <a:ea typeface="ＭＳ Ｐゴシック" charset="-128"/>
          <a:cs typeface="Arial"/>
        </a:defRPr>
      </a:lvl3pPr>
      <a:lvl4pPr marL="1371600" indent="0" algn="l" rtl="0" eaLnBrk="1" fontAlgn="base" hangingPunct="1">
        <a:spcBef>
          <a:spcPct val="20000"/>
        </a:spcBef>
        <a:spcAft>
          <a:spcPct val="0"/>
        </a:spcAft>
        <a:buNone/>
        <a:defRPr sz="1200">
          <a:solidFill>
            <a:schemeClr val="tx1"/>
          </a:solidFill>
          <a:latin typeface="Arial"/>
          <a:ea typeface="ＭＳ Ｐゴシック" charset="-128"/>
          <a:cs typeface="Arial"/>
        </a:defRPr>
      </a:lvl4pPr>
      <a:lvl5pPr marL="1828800" indent="0" algn="l" rtl="0" eaLnBrk="1" fontAlgn="base" hangingPunct="1">
        <a:spcBef>
          <a:spcPct val="20000"/>
        </a:spcBef>
        <a:spcAft>
          <a:spcPct val="0"/>
        </a:spcAft>
        <a:buNone/>
        <a:defRPr sz="1200">
          <a:solidFill>
            <a:schemeClr val="tx1"/>
          </a:solidFill>
          <a:latin typeface="Arial"/>
          <a:ea typeface="ＭＳ Ｐゴシック" charset="-128"/>
          <a:cs typeface="Arial"/>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ChangeArrowheads="1"/>
          </p:cNvSpPr>
          <p:nvPr userDrawn="1"/>
        </p:nvSpPr>
        <p:spPr bwMode="auto">
          <a:xfrm>
            <a:off x="66973" y="6582040"/>
            <a:ext cx="2895600" cy="16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lstStyle/>
          <a:p>
            <a:endParaRPr lang="en-US" sz="900" dirty="0">
              <a:solidFill>
                <a:srgbClr val="000000"/>
              </a:solidFill>
              <a:latin typeface="Arial" charset="0"/>
              <a:ea typeface="ＭＳ Ｐゴシック" charset="0"/>
            </a:endParaRPr>
          </a:p>
        </p:txBody>
      </p:sp>
      <p:sp>
        <p:nvSpPr>
          <p:cNvPr id="2" name="Text Placeholder 1"/>
          <p:cNvSpPr>
            <a:spLocks noGrp="1"/>
          </p:cNvSpPr>
          <p:nvPr>
            <p:ph type="body" idx="1"/>
          </p:nvPr>
        </p:nvSpPr>
        <p:spPr>
          <a:xfrm>
            <a:off x="0" y="0"/>
            <a:ext cx="5757649" cy="356998"/>
          </a:xfrm>
          <a:prstGeom prst="rect">
            <a:avLst/>
          </a:prstGeom>
        </p:spPr>
        <p:txBody>
          <a:bodyPr vert="horz" lIns="91440" tIns="45720" rIns="91440" bIns="45720" rtlCol="0">
            <a:normAutofit/>
          </a:bodyPr>
          <a:lstStyle/>
          <a:p>
            <a:pPr lvl="0"/>
            <a:r>
              <a:rPr lang="en-US" dirty="0"/>
              <a:t>Click to edit Master text styles</a:t>
            </a:r>
          </a:p>
        </p:txBody>
      </p:sp>
    </p:spTree>
    <p:extLst>
      <p:ext uri="{BB962C8B-B14F-4D97-AF65-F5344CB8AC3E}">
        <p14:creationId xmlns:p14="http://schemas.microsoft.com/office/powerpoint/2010/main" val="1236231485"/>
      </p:ext>
    </p:extLst>
  </p:cSld>
  <p:clrMap bg1="lt1" tx1="dk1" bg2="lt2" tx2="dk2" accent1="accent1" accent2="accent2" accent3="accent3" accent4="accent4" accent5="accent5" accent6="accent6" hlink="hlink" folHlink="folHlink"/>
  <p:sldLayoutIdLst>
    <p:sldLayoutId id="2147483915" r:id="rId1"/>
  </p:sldLayoutIdLst>
  <p:hf sldNum="0" hdr="0" ftr="0" dt="0"/>
  <p:txStyles>
    <p:titleStyle>
      <a:lvl1pPr algn="ctr" rtl="0" eaLnBrk="0" fontAlgn="base" hangingPunct="0">
        <a:spcBef>
          <a:spcPct val="0"/>
        </a:spcBef>
        <a:spcAft>
          <a:spcPct val="0"/>
        </a:spcAft>
        <a:defRPr sz="4400">
          <a:solidFill>
            <a:schemeClr val="tx2"/>
          </a:solidFill>
          <a:latin typeface="+mj-lt"/>
          <a:ea typeface="ＭＳ Ｐゴシック" charset="0"/>
          <a:cs typeface="ＭＳ Ｐゴシック" charset="0"/>
        </a:defRPr>
      </a:lvl1pPr>
      <a:lvl2pPr algn="ctr" rtl="0" eaLnBrk="0" fontAlgn="base" hangingPunct="0">
        <a:spcBef>
          <a:spcPct val="0"/>
        </a:spcBef>
        <a:spcAft>
          <a:spcPct val="0"/>
        </a:spcAft>
        <a:defRPr sz="4400">
          <a:solidFill>
            <a:schemeClr val="tx2"/>
          </a:solidFill>
          <a:latin typeface="Times" pitchFamily="84" charset="0"/>
          <a:ea typeface="ＭＳ Ｐゴシック" charset="0"/>
          <a:cs typeface="ＭＳ Ｐゴシック" charset="0"/>
        </a:defRPr>
      </a:lvl2pPr>
      <a:lvl3pPr algn="ctr" rtl="0" eaLnBrk="0" fontAlgn="base" hangingPunct="0">
        <a:spcBef>
          <a:spcPct val="0"/>
        </a:spcBef>
        <a:spcAft>
          <a:spcPct val="0"/>
        </a:spcAft>
        <a:defRPr sz="4400">
          <a:solidFill>
            <a:schemeClr val="tx2"/>
          </a:solidFill>
          <a:latin typeface="Times" pitchFamily="84" charset="0"/>
          <a:ea typeface="ＭＳ Ｐゴシック" charset="0"/>
          <a:cs typeface="ＭＳ Ｐゴシック" charset="0"/>
        </a:defRPr>
      </a:lvl3pPr>
      <a:lvl4pPr algn="ctr" rtl="0" eaLnBrk="0" fontAlgn="base" hangingPunct="0">
        <a:spcBef>
          <a:spcPct val="0"/>
        </a:spcBef>
        <a:spcAft>
          <a:spcPct val="0"/>
        </a:spcAft>
        <a:defRPr sz="4400">
          <a:solidFill>
            <a:schemeClr val="tx2"/>
          </a:solidFill>
          <a:latin typeface="Times" pitchFamily="84" charset="0"/>
          <a:ea typeface="ＭＳ Ｐゴシック" charset="0"/>
          <a:cs typeface="ＭＳ Ｐゴシック" charset="0"/>
        </a:defRPr>
      </a:lvl4pPr>
      <a:lvl5pPr algn="ctr" rtl="0" eaLnBrk="0" fontAlgn="base" hangingPunct="0">
        <a:spcBef>
          <a:spcPct val="0"/>
        </a:spcBef>
        <a:spcAft>
          <a:spcPct val="0"/>
        </a:spcAft>
        <a:defRPr sz="4400">
          <a:solidFill>
            <a:schemeClr val="tx2"/>
          </a:solidFill>
          <a:latin typeface="Times" pitchFamily="84" charset="0"/>
          <a:ea typeface="ＭＳ Ｐゴシック" charset="0"/>
          <a:cs typeface="ＭＳ Ｐゴシック" charset="0"/>
        </a:defRPr>
      </a:lvl5pPr>
      <a:lvl6pPr marL="457200" algn="ctr" rtl="0" fontAlgn="base">
        <a:spcBef>
          <a:spcPct val="0"/>
        </a:spcBef>
        <a:spcAft>
          <a:spcPct val="0"/>
        </a:spcAft>
        <a:defRPr sz="4400">
          <a:solidFill>
            <a:schemeClr val="tx2"/>
          </a:solidFill>
          <a:latin typeface="Times" pitchFamily="84" charset="0"/>
        </a:defRPr>
      </a:lvl6pPr>
      <a:lvl7pPr marL="914400" algn="ctr" rtl="0" fontAlgn="base">
        <a:spcBef>
          <a:spcPct val="0"/>
        </a:spcBef>
        <a:spcAft>
          <a:spcPct val="0"/>
        </a:spcAft>
        <a:defRPr sz="4400">
          <a:solidFill>
            <a:schemeClr val="tx2"/>
          </a:solidFill>
          <a:latin typeface="Times" pitchFamily="84" charset="0"/>
        </a:defRPr>
      </a:lvl7pPr>
      <a:lvl8pPr marL="1371600" algn="ctr" rtl="0" fontAlgn="base">
        <a:spcBef>
          <a:spcPct val="0"/>
        </a:spcBef>
        <a:spcAft>
          <a:spcPct val="0"/>
        </a:spcAft>
        <a:defRPr sz="4400">
          <a:solidFill>
            <a:schemeClr val="tx2"/>
          </a:solidFill>
          <a:latin typeface="Times" pitchFamily="84" charset="0"/>
        </a:defRPr>
      </a:lvl8pPr>
      <a:lvl9pPr marL="1828800" algn="ctr" rtl="0" fontAlgn="base">
        <a:spcBef>
          <a:spcPct val="0"/>
        </a:spcBef>
        <a:spcAft>
          <a:spcPct val="0"/>
        </a:spcAft>
        <a:defRPr sz="4400">
          <a:solidFill>
            <a:schemeClr val="tx2"/>
          </a:solidFill>
          <a:latin typeface="Times" pitchFamily="84" charset="0"/>
        </a:defRPr>
      </a:lvl9pPr>
    </p:titleStyle>
    <p:bodyStyle>
      <a:lvl1pPr marL="0" indent="0" algn="l" rtl="0" eaLnBrk="0" fontAlgn="base" hangingPunct="0">
        <a:spcBef>
          <a:spcPct val="20000"/>
        </a:spcBef>
        <a:spcAft>
          <a:spcPct val="0"/>
        </a:spcAft>
        <a:buNone/>
        <a:defRPr sz="1200">
          <a:solidFill>
            <a:schemeClr val="tx1"/>
          </a:solidFill>
          <a:latin typeface="Arial"/>
          <a:ea typeface="ＭＳ Ｐゴシック" charset="0"/>
          <a:cs typeface="Arial"/>
        </a:defRPr>
      </a:lvl1pPr>
      <a:lvl2pPr marL="457200" indent="0" algn="l" rtl="0" eaLnBrk="0" fontAlgn="base" hangingPunct="0">
        <a:spcBef>
          <a:spcPct val="20000"/>
        </a:spcBef>
        <a:spcAft>
          <a:spcPct val="0"/>
        </a:spcAft>
        <a:buNone/>
        <a:defRPr sz="1200">
          <a:solidFill>
            <a:schemeClr val="tx1"/>
          </a:solidFill>
          <a:latin typeface="Arial"/>
          <a:ea typeface="ＭＳ Ｐゴシック" charset="-128"/>
          <a:cs typeface="Arial"/>
        </a:defRPr>
      </a:lvl2pPr>
      <a:lvl3pPr marL="914400" indent="0" algn="l" rtl="0" eaLnBrk="0" fontAlgn="base" hangingPunct="0">
        <a:spcBef>
          <a:spcPct val="20000"/>
        </a:spcBef>
        <a:spcAft>
          <a:spcPct val="0"/>
        </a:spcAft>
        <a:buNone/>
        <a:defRPr sz="1200">
          <a:solidFill>
            <a:schemeClr val="tx1"/>
          </a:solidFill>
          <a:latin typeface="Arial"/>
          <a:ea typeface="ＭＳ Ｐゴシック" charset="-128"/>
          <a:cs typeface="Arial"/>
        </a:defRPr>
      </a:lvl3pPr>
      <a:lvl4pPr marL="1371600" indent="0" algn="l" rtl="0" eaLnBrk="0" fontAlgn="base" hangingPunct="0">
        <a:spcBef>
          <a:spcPct val="20000"/>
        </a:spcBef>
        <a:spcAft>
          <a:spcPct val="0"/>
        </a:spcAft>
        <a:buNone/>
        <a:defRPr sz="1200">
          <a:solidFill>
            <a:schemeClr val="tx1"/>
          </a:solidFill>
          <a:latin typeface="Arial"/>
          <a:ea typeface="ＭＳ Ｐゴシック" charset="-128"/>
          <a:cs typeface="Arial"/>
        </a:defRPr>
      </a:lvl4pPr>
      <a:lvl5pPr marL="1828800" indent="0" algn="l" rtl="0" eaLnBrk="0" fontAlgn="base" hangingPunct="0">
        <a:spcBef>
          <a:spcPct val="20000"/>
        </a:spcBef>
        <a:spcAft>
          <a:spcPct val="0"/>
        </a:spcAft>
        <a:buNone/>
        <a:defRPr sz="1200">
          <a:solidFill>
            <a:schemeClr val="tx1"/>
          </a:solidFill>
          <a:latin typeface="Arial"/>
          <a:ea typeface="ＭＳ Ｐゴシック" charset="-128"/>
          <a:cs typeface="Arial"/>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ChangeArrowheads="1"/>
          </p:cNvSpPr>
          <p:nvPr userDrawn="1"/>
        </p:nvSpPr>
        <p:spPr bwMode="auto">
          <a:xfrm>
            <a:off x="66973" y="6582040"/>
            <a:ext cx="2895600" cy="16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lstStyle/>
          <a:p>
            <a:endParaRPr lang="en-US" sz="900" dirty="0">
              <a:solidFill>
                <a:srgbClr val="000000"/>
              </a:solidFill>
              <a:latin typeface="Arial" charset="0"/>
              <a:ea typeface="ＭＳ Ｐゴシック" charset="0"/>
            </a:endParaRPr>
          </a:p>
        </p:txBody>
      </p:sp>
      <p:sp>
        <p:nvSpPr>
          <p:cNvPr id="2" name="Text Placeholder 1"/>
          <p:cNvSpPr>
            <a:spLocks noGrp="1"/>
          </p:cNvSpPr>
          <p:nvPr>
            <p:ph type="body" idx="1"/>
          </p:nvPr>
        </p:nvSpPr>
        <p:spPr>
          <a:xfrm>
            <a:off x="0" y="0"/>
            <a:ext cx="5757649" cy="356998"/>
          </a:xfrm>
          <a:prstGeom prst="rect">
            <a:avLst/>
          </a:prstGeom>
        </p:spPr>
        <p:txBody>
          <a:bodyPr vert="horz" lIns="91440" tIns="45720" rIns="91440" bIns="45720" rtlCol="0">
            <a:normAutofit/>
          </a:bodyPr>
          <a:lstStyle/>
          <a:p>
            <a:pPr lvl="0"/>
            <a:r>
              <a:rPr lang="en-US" dirty="0"/>
              <a:t>Click to edit Master text styles</a:t>
            </a:r>
          </a:p>
        </p:txBody>
      </p:sp>
    </p:spTree>
    <p:extLst>
      <p:ext uri="{BB962C8B-B14F-4D97-AF65-F5344CB8AC3E}">
        <p14:creationId xmlns:p14="http://schemas.microsoft.com/office/powerpoint/2010/main" val="1232256046"/>
      </p:ext>
    </p:extLst>
  </p:cSld>
  <p:clrMap bg1="lt1" tx1="dk1" bg2="lt2" tx2="dk2" accent1="accent1" accent2="accent2" accent3="accent3" accent4="accent4" accent5="accent5" accent6="accent6" hlink="hlink" folHlink="folHlink"/>
  <p:sldLayoutIdLst>
    <p:sldLayoutId id="2147483923" r:id="rId1"/>
  </p:sldLayoutIdLst>
  <p:hf sldNum="0" hdr="0" ftr="0" dt="0"/>
  <p:txStyles>
    <p:titleStyle>
      <a:lvl1pPr algn="ctr" rtl="0" eaLnBrk="0" fontAlgn="base" hangingPunct="0">
        <a:spcBef>
          <a:spcPct val="0"/>
        </a:spcBef>
        <a:spcAft>
          <a:spcPct val="0"/>
        </a:spcAft>
        <a:defRPr sz="4400">
          <a:solidFill>
            <a:schemeClr val="tx2"/>
          </a:solidFill>
          <a:latin typeface="+mj-lt"/>
          <a:ea typeface="ＭＳ Ｐゴシック" charset="0"/>
          <a:cs typeface="ＭＳ Ｐゴシック" charset="0"/>
        </a:defRPr>
      </a:lvl1pPr>
      <a:lvl2pPr algn="ctr" rtl="0" eaLnBrk="0" fontAlgn="base" hangingPunct="0">
        <a:spcBef>
          <a:spcPct val="0"/>
        </a:spcBef>
        <a:spcAft>
          <a:spcPct val="0"/>
        </a:spcAft>
        <a:defRPr sz="4400">
          <a:solidFill>
            <a:schemeClr val="tx2"/>
          </a:solidFill>
          <a:latin typeface="Times" pitchFamily="84" charset="0"/>
          <a:ea typeface="ＭＳ Ｐゴシック" charset="0"/>
          <a:cs typeface="ＭＳ Ｐゴシック" charset="0"/>
        </a:defRPr>
      </a:lvl2pPr>
      <a:lvl3pPr algn="ctr" rtl="0" eaLnBrk="0" fontAlgn="base" hangingPunct="0">
        <a:spcBef>
          <a:spcPct val="0"/>
        </a:spcBef>
        <a:spcAft>
          <a:spcPct val="0"/>
        </a:spcAft>
        <a:defRPr sz="4400">
          <a:solidFill>
            <a:schemeClr val="tx2"/>
          </a:solidFill>
          <a:latin typeface="Times" pitchFamily="84" charset="0"/>
          <a:ea typeface="ＭＳ Ｐゴシック" charset="0"/>
          <a:cs typeface="ＭＳ Ｐゴシック" charset="0"/>
        </a:defRPr>
      </a:lvl3pPr>
      <a:lvl4pPr algn="ctr" rtl="0" eaLnBrk="0" fontAlgn="base" hangingPunct="0">
        <a:spcBef>
          <a:spcPct val="0"/>
        </a:spcBef>
        <a:spcAft>
          <a:spcPct val="0"/>
        </a:spcAft>
        <a:defRPr sz="4400">
          <a:solidFill>
            <a:schemeClr val="tx2"/>
          </a:solidFill>
          <a:latin typeface="Times" pitchFamily="84" charset="0"/>
          <a:ea typeface="ＭＳ Ｐゴシック" charset="0"/>
          <a:cs typeface="ＭＳ Ｐゴシック" charset="0"/>
        </a:defRPr>
      </a:lvl4pPr>
      <a:lvl5pPr algn="ctr" rtl="0" eaLnBrk="0" fontAlgn="base" hangingPunct="0">
        <a:spcBef>
          <a:spcPct val="0"/>
        </a:spcBef>
        <a:spcAft>
          <a:spcPct val="0"/>
        </a:spcAft>
        <a:defRPr sz="4400">
          <a:solidFill>
            <a:schemeClr val="tx2"/>
          </a:solidFill>
          <a:latin typeface="Times" pitchFamily="84" charset="0"/>
          <a:ea typeface="ＭＳ Ｐゴシック" charset="0"/>
          <a:cs typeface="ＭＳ Ｐゴシック" charset="0"/>
        </a:defRPr>
      </a:lvl5pPr>
      <a:lvl6pPr marL="457200" algn="ctr" rtl="0" fontAlgn="base">
        <a:spcBef>
          <a:spcPct val="0"/>
        </a:spcBef>
        <a:spcAft>
          <a:spcPct val="0"/>
        </a:spcAft>
        <a:defRPr sz="4400">
          <a:solidFill>
            <a:schemeClr val="tx2"/>
          </a:solidFill>
          <a:latin typeface="Times" pitchFamily="84" charset="0"/>
        </a:defRPr>
      </a:lvl6pPr>
      <a:lvl7pPr marL="914400" algn="ctr" rtl="0" fontAlgn="base">
        <a:spcBef>
          <a:spcPct val="0"/>
        </a:spcBef>
        <a:spcAft>
          <a:spcPct val="0"/>
        </a:spcAft>
        <a:defRPr sz="4400">
          <a:solidFill>
            <a:schemeClr val="tx2"/>
          </a:solidFill>
          <a:latin typeface="Times" pitchFamily="84" charset="0"/>
        </a:defRPr>
      </a:lvl7pPr>
      <a:lvl8pPr marL="1371600" algn="ctr" rtl="0" fontAlgn="base">
        <a:spcBef>
          <a:spcPct val="0"/>
        </a:spcBef>
        <a:spcAft>
          <a:spcPct val="0"/>
        </a:spcAft>
        <a:defRPr sz="4400">
          <a:solidFill>
            <a:schemeClr val="tx2"/>
          </a:solidFill>
          <a:latin typeface="Times" pitchFamily="84" charset="0"/>
        </a:defRPr>
      </a:lvl8pPr>
      <a:lvl9pPr marL="1828800" algn="ctr" rtl="0" fontAlgn="base">
        <a:spcBef>
          <a:spcPct val="0"/>
        </a:spcBef>
        <a:spcAft>
          <a:spcPct val="0"/>
        </a:spcAft>
        <a:defRPr sz="4400">
          <a:solidFill>
            <a:schemeClr val="tx2"/>
          </a:solidFill>
          <a:latin typeface="Times" pitchFamily="84" charset="0"/>
        </a:defRPr>
      </a:lvl9pPr>
    </p:titleStyle>
    <p:bodyStyle>
      <a:lvl1pPr marL="0" indent="0" algn="l" rtl="0" eaLnBrk="0" fontAlgn="base" hangingPunct="0">
        <a:spcBef>
          <a:spcPct val="20000"/>
        </a:spcBef>
        <a:spcAft>
          <a:spcPct val="0"/>
        </a:spcAft>
        <a:buNone/>
        <a:defRPr sz="1200">
          <a:solidFill>
            <a:schemeClr val="tx1"/>
          </a:solidFill>
          <a:latin typeface="Arial"/>
          <a:ea typeface="ＭＳ Ｐゴシック" charset="0"/>
          <a:cs typeface="Arial"/>
        </a:defRPr>
      </a:lvl1pPr>
      <a:lvl2pPr marL="457200" indent="0" algn="l" rtl="0" eaLnBrk="0" fontAlgn="base" hangingPunct="0">
        <a:spcBef>
          <a:spcPct val="20000"/>
        </a:spcBef>
        <a:spcAft>
          <a:spcPct val="0"/>
        </a:spcAft>
        <a:buNone/>
        <a:defRPr sz="1200">
          <a:solidFill>
            <a:schemeClr val="tx1"/>
          </a:solidFill>
          <a:latin typeface="Arial"/>
          <a:ea typeface="ＭＳ Ｐゴシック" charset="-128"/>
          <a:cs typeface="Arial"/>
        </a:defRPr>
      </a:lvl2pPr>
      <a:lvl3pPr marL="914400" indent="0" algn="l" rtl="0" eaLnBrk="0" fontAlgn="base" hangingPunct="0">
        <a:spcBef>
          <a:spcPct val="20000"/>
        </a:spcBef>
        <a:spcAft>
          <a:spcPct val="0"/>
        </a:spcAft>
        <a:buNone/>
        <a:defRPr sz="1200">
          <a:solidFill>
            <a:schemeClr val="tx1"/>
          </a:solidFill>
          <a:latin typeface="Arial"/>
          <a:ea typeface="ＭＳ Ｐゴシック" charset="-128"/>
          <a:cs typeface="Arial"/>
        </a:defRPr>
      </a:lvl3pPr>
      <a:lvl4pPr marL="1371600" indent="0" algn="l" rtl="0" eaLnBrk="0" fontAlgn="base" hangingPunct="0">
        <a:spcBef>
          <a:spcPct val="20000"/>
        </a:spcBef>
        <a:spcAft>
          <a:spcPct val="0"/>
        </a:spcAft>
        <a:buNone/>
        <a:defRPr sz="1200">
          <a:solidFill>
            <a:schemeClr val="tx1"/>
          </a:solidFill>
          <a:latin typeface="Arial"/>
          <a:ea typeface="ＭＳ Ｐゴシック" charset="-128"/>
          <a:cs typeface="Arial"/>
        </a:defRPr>
      </a:lvl4pPr>
      <a:lvl5pPr marL="1828800" indent="0" algn="l" rtl="0" eaLnBrk="0" fontAlgn="base" hangingPunct="0">
        <a:spcBef>
          <a:spcPct val="20000"/>
        </a:spcBef>
        <a:spcAft>
          <a:spcPct val="0"/>
        </a:spcAft>
        <a:buNone/>
        <a:defRPr sz="1200">
          <a:solidFill>
            <a:schemeClr val="tx1"/>
          </a:solidFill>
          <a:latin typeface="Arial"/>
          <a:ea typeface="ＭＳ Ｐゴシック" charset="-128"/>
          <a:cs typeface="Arial"/>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ChangeArrowheads="1"/>
          </p:cNvSpPr>
          <p:nvPr userDrawn="1"/>
        </p:nvSpPr>
        <p:spPr bwMode="auto">
          <a:xfrm>
            <a:off x="66973" y="6582040"/>
            <a:ext cx="2895600" cy="16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lstStyle/>
          <a:p>
            <a:endParaRPr lang="en-US" sz="900" dirty="0">
              <a:solidFill>
                <a:srgbClr val="000000"/>
              </a:solidFill>
              <a:latin typeface="Arial" charset="0"/>
              <a:ea typeface="ＭＳ Ｐゴシック" charset="0"/>
            </a:endParaRPr>
          </a:p>
        </p:txBody>
      </p:sp>
      <p:sp>
        <p:nvSpPr>
          <p:cNvPr id="2" name="Text Placeholder 1"/>
          <p:cNvSpPr>
            <a:spLocks noGrp="1"/>
          </p:cNvSpPr>
          <p:nvPr>
            <p:ph type="body" idx="1"/>
          </p:nvPr>
        </p:nvSpPr>
        <p:spPr>
          <a:xfrm>
            <a:off x="0" y="0"/>
            <a:ext cx="5757649" cy="356998"/>
          </a:xfrm>
          <a:prstGeom prst="rect">
            <a:avLst/>
          </a:prstGeom>
        </p:spPr>
        <p:txBody>
          <a:bodyPr vert="horz" lIns="91440" tIns="45720" rIns="91440" bIns="45720" rtlCol="0">
            <a:normAutofit/>
          </a:bodyPr>
          <a:lstStyle/>
          <a:p>
            <a:pPr lvl="0"/>
            <a:r>
              <a:rPr lang="en-US" dirty="0"/>
              <a:t>Click to edit Master text styles</a:t>
            </a:r>
          </a:p>
        </p:txBody>
      </p:sp>
    </p:spTree>
    <p:extLst>
      <p:ext uri="{BB962C8B-B14F-4D97-AF65-F5344CB8AC3E}">
        <p14:creationId xmlns:p14="http://schemas.microsoft.com/office/powerpoint/2010/main" val="1773483157"/>
      </p:ext>
    </p:extLst>
  </p:cSld>
  <p:clrMap bg1="lt1" tx1="dk1" bg2="lt2" tx2="dk2" accent1="accent1" accent2="accent2" accent3="accent3" accent4="accent4" accent5="accent5" accent6="accent6" hlink="hlink" folHlink="folHlink"/>
  <p:sldLayoutIdLst>
    <p:sldLayoutId id="2147484023" r:id="rId1"/>
  </p:sldLayoutIdLst>
  <p:hf sldNum="0" hdr="0" ftr="0" dt="0"/>
  <p:txStyles>
    <p:titleStyle>
      <a:lvl1pPr algn="ctr" rtl="0" eaLnBrk="0" fontAlgn="base" hangingPunct="0">
        <a:spcBef>
          <a:spcPct val="0"/>
        </a:spcBef>
        <a:spcAft>
          <a:spcPct val="0"/>
        </a:spcAft>
        <a:defRPr sz="4400">
          <a:solidFill>
            <a:schemeClr val="tx2"/>
          </a:solidFill>
          <a:latin typeface="+mj-lt"/>
          <a:ea typeface="ＭＳ Ｐゴシック" charset="0"/>
          <a:cs typeface="ＭＳ Ｐゴシック" charset="0"/>
        </a:defRPr>
      </a:lvl1pPr>
      <a:lvl2pPr algn="ctr" rtl="0" eaLnBrk="0" fontAlgn="base" hangingPunct="0">
        <a:spcBef>
          <a:spcPct val="0"/>
        </a:spcBef>
        <a:spcAft>
          <a:spcPct val="0"/>
        </a:spcAft>
        <a:defRPr sz="4400">
          <a:solidFill>
            <a:schemeClr val="tx2"/>
          </a:solidFill>
          <a:latin typeface="Times" pitchFamily="84" charset="0"/>
          <a:ea typeface="ＭＳ Ｐゴシック" charset="0"/>
          <a:cs typeface="ＭＳ Ｐゴシック" charset="0"/>
        </a:defRPr>
      </a:lvl2pPr>
      <a:lvl3pPr algn="ctr" rtl="0" eaLnBrk="0" fontAlgn="base" hangingPunct="0">
        <a:spcBef>
          <a:spcPct val="0"/>
        </a:spcBef>
        <a:spcAft>
          <a:spcPct val="0"/>
        </a:spcAft>
        <a:defRPr sz="4400">
          <a:solidFill>
            <a:schemeClr val="tx2"/>
          </a:solidFill>
          <a:latin typeface="Times" pitchFamily="84" charset="0"/>
          <a:ea typeface="ＭＳ Ｐゴシック" charset="0"/>
          <a:cs typeface="ＭＳ Ｐゴシック" charset="0"/>
        </a:defRPr>
      </a:lvl3pPr>
      <a:lvl4pPr algn="ctr" rtl="0" eaLnBrk="0" fontAlgn="base" hangingPunct="0">
        <a:spcBef>
          <a:spcPct val="0"/>
        </a:spcBef>
        <a:spcAft>
          <a:spcPct val="0"/>
        </a:spcAft>
        <a:defRPr sz="4400">
          <a:solidFill>
            <a:schemeClr val="tx2"/>
          </a:solidFill>
          <a:latin typeface="Times" pitchFamily="84" charset="0"/>
          <a:ea typeface="ＭＳ Ｐゴシック" charset="0"/>
          <a:cs typeface="ＭＳ Ｐゴシック" charset="0"/>
        </a:defRPr>
      </a:lvl4pPr>
      <a:lvl5pPr algn="ctr" rtl="0" eaLnBrk="0" fontAlgn="base" hangingPunct="0">
        <a:spcBef>
          <a:spcPct val="0"/>
        </a:spcBef>
        <a:spcAft>
          <a:spcPct val="0"/>
        </a:spcAft>
        <a:defRPr sz="4400">
          <a:solidFill>
            <a:schemeClr val="tx2"/>
          </a:solidFill>
          <a:latin typeface="Times" pitchFamily="84" charset="0"/>
          <a:ea typeface="ＭＳ Ｐゴシック" charset="0"/>
          <a:cs typeface="ＭＳ Ｐゴシック" charset="0"/>
        </a:defRPr>
      </a:lvl5pPr>
      <a:lvl6pPr marL="457200" algn="ctr" rtl="0" fontAlgn="base">
        <a:spcBef>
          <a:spcPct val="0"/>
        </a:spcBef>
        <a:spcAft>
          <a:spcPct val="0"/>
        </a:spcAft>
        <a:defRPr sz="4400">
          <a:solidFill>
            <a:schemeClr val="tx2"/>
          </a:solidFill>
          <a:latin typeface="Times" pitchFamily="84" charset="0"/>
        </a:defRPr>
      </a:lvl6pPr>
      <a:lvl7pPr marL="914400" algn="ctr" rtl="0" fontAlgn="base">
        <a:spcBef>
          <a:spcPct val="0"/>
        </a:spcBef>
        <a:spcAft>
          <a:spcPct val="0"/>
        </a:spcAft>
        <a:defRPr sz="4400">
          <a:solidFill>
            <a:schemeClr val="tx2"/>
          </a:solidFill>
          <a:latin typeface="Times" pitchFamily="84" charset="0"/>
        </a:defRPr>
      </a:lvl7pPr>
      <a:lvl8pPr marL="1371600" algn="ctr" rtl="0" fontAlgn="base">
        <a:spcBef>
          <a:spcPct val="0"/>
        </a:spcBef>
        <a:spcAft>
          <a:spcPct val="0"/>
        </a:spcAft>
        <a:defRPr sz="4400">
          <a:solidFill>
            <a:schemeClr val="tx2"/>
          </a:solidFill>
          <a:latin typeface="Times" pitchFamily="84" charset="0"/>
        </a:defRPr>
      </a:lvl8pPr>
      <a:lvl9pPr marL="1828800" algn="ctr" rtl="0" fontAlgn="base">
        <a:spcBef>
          <a:spcPct val="0"/>
        </a:spcBef>
        <a:spcAft>
          <a:spcPct val="0"/>
        </a:spcAft>
        <a:defRPr sz="4400">
          <a:solidFill>
            <a:schemeClr val="tx2"/>
          </a:solidFill>
          <a:latin typeface="Times" pitchFamily="84" charset="0"/>
        </a:defRPr>
      </a:lvl9pPr>
    </p:titleStyle>
    <p:bodyStyle>
      <a:lvl1pPr marL="0" indent="0" algn="l" rtl="0" eaLnBrk="0" fontAlgn="base" hangingPunct="0">
        <a:spcBef>
          <a:spcPct val="20000"/>
        </a:spcBef>
        <a:spcAft>
          <a:spcPct val="0"/>
        </a:spcAft>
        <a:buNone/>
        <a:defRPr sz="1200">
          <a:solidFill>
            <a:schemeClr val="tx1"/>
          </a:solidFill>
          <a:latin typeface="Arial"/>
          <a:ea typeface="ＭＳ Ｐゴシック" charset="0"/>
          <a:cs typeface="Arial"/>
        </a:defRPr>
      </a:lvl1pPr>
      <a:lvl2pPr marL="457200" indent="0" algn="l" rtl="0" eaLnBrk="0" fontAlgn="base" hangingPunct="0">
        <a:spcBef>
          <a:spcPct val="20000"/>
        </a:spcBef>
        <a:spcAft>
          <a:spcPct val="0"/>
        </a:spcAft>
        <a:buNone/>
        <a:defRPr sz="1200">
          <a:solidFill>
            <a:schemeClr val="tx1"/>
          </a:solidFill>
          <a:latin typeface="Arial"/>
          <a:ea typeface="ＭＳ Ｐゴシック" charset="-128"/>
          <a:cs typeface="Arial"/>
        </a:defRPr>
      </a:lvl2pPr>
      <a:lvl3pPr marL="914400" indent="0" algn="l" rtl="0" eaLnBrk="0" fontAlgn="base" hangingPunct="0">
        <a:spcBef>
          <a:spcPct val="20000"/>
        </a:spcBef>
        <a:spcAft>
          <a:spcPct val="0"/>
        </a:spcAft>
        <a:buNone/>
        <a:defRPr sz="1200">
          <a:solidFill>
            <a:schemeClr val="tx1"/>
          </a:solidFill>
          <a:latin typeface="Arial"/>
          <a:ea typeface="ＭＳ Ｐゴシック" charset="-128"/>
          <a:cs typeface="Arial"/>
        </a:defRPr>
      </a:lvl3pPr>
      <a:lvl4pPr marL="1371600" indent="0" algn="l" rtl="0" eaLnBrk="0" fontAlgn="base" hangingPunct="0">
        <a:spcBef>
          <a:spcPct val="20000"/>
        </a:spcBef>
        <a:spcAft>
          <a:spcPct val="0"/>
        </a:spcAft>
        <a:buNone/>
        <a:defRPr sz="1200">
          <a:solidFill>
            <a:schemeClr val="tx1"/>
          </a:solidFill>
          <a:latin typeface="Arial"/>
          <a:ea typeface="ＭＳ Ｐゴシック" charset="-128"/>
          <a:cs typeface="Arial"/>
        </a:defRPr>
      </a:lvl4pPr>
      <a:lvl5pPr marL="1828800" indent="0" algn="l" rtl="0" eaLnBrk="0" fontAlgn="base" hangingPunct="0">
        <a:spcBef>
          <a:spcPct val="20000"/>
        </a:spcBef>
        <a:spcAft>
          <a:spcPct val="0"/>
        </a:spcAft>
        <a:buNone/>
        <a:defRPr sz="1200">
          <a:solidFill>
            <a:schemeClr val="tx1"/>
          </a:solidFill>
          <a:latin typeface="Arial"/>
          <a:ea typeface="ＭＳ Ｐゴシック" charset="-128"/>
          <a:cs typeface="Arial"/>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ChangeArrowheads="1"/>
          </p:cNvSpPr>
          <p:nvPr userDrawn="1"/>
        </p:nvSpPr>
        <p:spPr bwMode="auto">
          <a:xfrm>
            <a:off x="66973" y="6582040"/>
            <a:ext cx="2895600" cy="16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a:lstStyle/>
          <a:p>
            <a:endParaRPr lang="en-US" sz="900" dirty="0">
              <a:solidFill>
                <a:srgbClr val="000000"/>
              </a:solidFill>
              <a:latin typeface="Arial" charset="0"/>
              <a:ea typeface="ＭＳ Ｐゴシック" charset="0"/>
            </a:endParaRPr>
          </a:p>
        </p:txBody>
      </p:sp>
      <p:sp>
        <p:nvSpPr>
          <p:cNvPr id="2" name="Text Placeholder 1"/>
          <p:cNvSpPr>
            <a:spLocks noGrp="1"/>
          </p:cNvSpPr>
          <p:nvPr>
            <p:ph type="body" idx="1"/>
          </p:nvPr>
        </p:nvSpPr>
        <p:spPr>
          <a:xfrm>
            <a:off x="0" y="0"/>
            <a:ext cx="5757649" cy="356998"/>
          </a:xfrm>
          <a:prstGeom prst="rect">
            <a:avLst/>
          </a:prstGeom>
        </p:spPr>
        <p:txBody>
          <a:bodyPr vert="horz" lIns="91440" tIns="45720" rIns="91440" bIns="45720" rtlCol="0">
            <a:normAutofit/>
          </a:bodyPr>
          <a:lstStyle/>
          <a:p>
            <a:pPr lvl="0"/>
            <a:r>
              <a:rPr lang="en-US" dirty="0"/>
              <a:t>Click to edit Master text styles</a:t>
            </a:r>
          </a:p>
        </p:txBody>
      </p:sp>
    </p:spTree>
    <p:extLst>
      <p:ext uri="{BB962C8B-B14F-4D97-AF65-F5344CB8AC3E}">
        <p14:creationId xmlns:p14="http://schemas.microsoft.com/office/powerpoint/2010/main" val="3055138967"/>
      </p:ext>
    </p:extLst>
  </p:cSld>
  <p:clrMap bg1="lt1" tx1="dk1" bg2="lt2" tx2="dk2" accent1="accent1" accent2="accent2" accent3="accent3" accent4="accent4" accent5="accent5" accent6="accent6" hlink="hlink" folHlink="folHlink"/>
  <p:sldLayoutIdLst>
    <p:sldLayoutId id="2147484037" r:id="rId1"/>
  </p:sldLayoutIdLst>
  <p:hf sldNum="0" hdr="0" ftr="0" dt="0"/>
  <p:txStyles>
    <p:titleStyle>
      <a:lvl1pPr algn="ctr" rtl="0" eaLnBrk="0" fontAlgn="base" hangingPunct="0">
        <a:spcBef>
          <a:spcPct val="0"/>
        </a:spcBef>
        <a:spcAft>
          <a:spcPct val="0"/>
        </a:spcAft>
        <a:defRPr sz="4400">
          <a:solidFill>
            <a:schemeClr val="tx2"/>
          </a:solidFill>
          <a:latin typeface="+mj-lt"/>
          <a:ea typeface="ＭＳ Ｐゴシック" charset="0"/>
          <a:cs typeface="ＭＳ Ｐゴシック" charset="0"/>
        </a:defRPr>
      </a:lvl1pPr>
      <a:lvl2pPr algn="ctr" rtl="0" eaLnBrk="0" fontAlgn="base" hangingPunct="0">
        <a:spcBef>
          <a:spcPct val="0"/>
        </a:spcBef>
        <a:spcAft>
          <a:spcPct val="0"/>
        </a:spcAft>
        <a:defRPr sz="4400">
          <a:solidFill>
            <a:schemeClr val="tx2"/>
          </a:solidFill>
          <a:latin typeface="Times" pitchFamily="84" charset="0"/>
          <a:ea typeface="ＭＳ Ｐゴシック" charset="0"/>
          <a:cs typeface="ＭＳ Ｐゴシック" charset="0"/>
        </a:defRPr>
      </a:lvl2pPr>
      <a:lvl3pPr algn="ctr" rtl="0" eaLnBrk="0" fontAlgn="base" hangingPunct="0">
        <a:spcBef>
          <a:spcPct val="0"/>
        </a:spcBef>
        <a:spcAft>
          <a:spcPct val="0"/>
        </a:spcAft>
        <a:defRPr sz="4400">
          <a:solidFill>
            <a:schemeClr val="tx2"/>
          </a:solidFill>
          <a:latin typeface="Times" pitchFamily="84" charset="0"/>
          <a:ea typeface="ＭＳ Ｐゴシック" charset="0"/>
          <a:cs typeface="ＭＳ Ｐゴシック" charset="0"/>
        </a:defRPr>
      </a:lvl3pPr>
      <a:lvl4pPr algn="ctr" rtl="0" eaLnBrk="0" fontAlgn="base" hangingPunct="0">
        <a:spcBef>
          <a:spcPct val="0"/>
        </a:spcBef>
        <a:spcAft>
          <a:spcPct val="0"/>
        </a:spcAft>
        <a:defRPr sz="4400">
          <a:solidFill>
            <a:schemeClr val="tx2"/>
          </a:solidFill>
          <a:latin typeface="Times" pitchFamily="84" charset="0"/>
          <a:ea typeface="ＭＳ Ｐゴシック" charset="0"/>
          <a:cs typeface="ＭＳ Ｐゴシック" charset="0"/>
        </a:defRPr>
      </a:lvl4pPr>
      <a:lvl5pPr algn="ctr" rtl="0" eaLnBrk="0" fontAlgn="base" hangingPunct="0">
        <a:spcBef>
          <a:spcPct val="0"/>
        </a:spcBef>
        <a:spcAft>
          <a:spcPct val="0"/>
        </a:spcAft>
        <a:defRPr sz="4400">
          <a:solidFill>
            <a:schemeClr val="tx2"/>
          </a:solidFill>
          <a:latin typeface="Times" pitchFamily="84" charset="0"/>
          <a:ea typeface="ＭＳ Ｐゴシック" charset="0"/>
          <a:cs typeface="ＭＳ Ｐゴシック" charset="0"/>
        </a:defRPr>
      </a:lvl5pPr>
      <a:lvl6pPr marL="457200" algn="ctr" rtl="0" fontAlgn="base">
        <a:spcBef>
          <a:spcPct val="0"/>
        </a:spcBef>
        <a:spcAft>
          <a:spcPct val="0"/>
        </a:spcAft>
        <a:defRPr sz="4400">
          <a:solidFill>
            <a:schemeClr val="tx2"/>
          </a:solidFill>
          <a:latin typeface="Times" pitchFamily="84" charset="0"/>
        </a:defRPr>
      </a:lvl6pPr>
      <a:lvl7pPr marL="914400" algn="ctr" rtl="0" fontAlgn="base">
        <a:spcBef>
          <a:spcPct val="0"/>
        </a:spcBef>
        <a:spcAft>
          <a:spcPct val="0"/>
        </a:spcAft>
        <a:defRPr sz="4400">
          <a:solidFill>
            <a:schemeClr val="tx2"/>
          </a:solidFill>
          <a:latin typeface="Times" pitchFamily="84" charset="0"/>
        </a:defRPr>
      </a:lvl7pPr>
      <a:lvl8pPr marL="1371600" algn="ctr" rtl="0" fontAlgn="base">
        <a:spcBef>
          <a:spcPct val="0"/>
        </a:spcBef>
        <a:spcAft>
          <a:spcPct val="0"/>
        </a:spcAft>
        <a:defRPr sz="4400">
          <a:solidFill>
            <a:schemeClr val="tx2"/>
          </a:solidFill>
          <a:latin typeface="Times" pitchFamily="84" charset="0"/>
        </a:defRPr>
      </a:lvl8pPr>
      <a:lvl9pPr marL="1828800" algn="ctr" rtl="0" fontAlgn="base">
        <a:spcBef>
          <a:spcPct val="0"/>
        </a:spcBef>
        <a:spcAft>
          <a:spcPct val="0"/>
        </a:spcAft>
        <a:defRPr sz="4400">
          <a:solidFill>
            <a:schemeClr val="tx2"/>
          </a:solidFill>
          <a:latin typeface="Times" pitchFamily="84" charset="0"/>
        </a:defRPr>
      </a:lvl9pPr>
    </p:titleStyle>
    <p:bodyStyle>
      <a:lvl1pPr marL="0" indent="0" algn="l" rtl="0" eaLnBrk="0" fontAlgn="base" hangingPunct="0">
        <a:spcBef>
          <a:spcPct val="20000"/>
        </a:spcBef>
        <a:spcAft>
          <a:spcPct val="0"/>
        </a:spcAft>
        <a:buNone/>
        <a:defRPr sz="1200">
          <a:solidFill>
            <a:schemeClr val="tx1"/>
          </a:solidFill>
          <a:latin typeface="Arial"/>
          <a:ea typeface="ＭＳ Ｐゴシック" charset="0"/>
          <a:cs typeface="Arial"/>
        </a:defRPr>
      </a:lvl1pPr>
      <a:lvl2pPr marL="457200" indent="0" algn="l" rtl="0" eaLnBrk="0" fontAlgn="base" hangingPunct="0">
        <a:spcBef>
          <a:spcPct val="20000"/>
        </a:spcBef>
        <a:spcAft>
          <a:spcPct val="0"/>
        </a:spcAft>
        <a:buNone/>
        <a:defRPr sz="1200">
          <a:solidFill>
            <a:schemeClr val="tx1"/>
          </a:solidFill>
          <a:latin typeface="Arial"/>
          <a:ea typeface="ＭＳ Ｐゴシック" charset="-128"/>
          <a:cs typeface="Arial"/>
        </a:defRPr>
      </a:lvl2pPr>
      <a:lvl3pPr marL="914400" indent="0" algn="l" rtl="0" eaLnBrk="0" fontAlgn="base" hangingPunct="0">
        <a:spcBef>
          <a:spcPct val="20000"/>
        </a:spcBef>
        <a:spcAft>
          <a:spcPct val="0"/>
        </a:spcAft>
        <a:buNone/>
        <a:defRPr sz="1200">
          <a:solidFill>
            <a:schemeClr val="tx1"/>
          </a:solidFill>
          <a:latin typeface="Arial"/>
          <a:ea typeface="ＭＳ Ｐゴシック" charset="-128"/>
          <a:cs typeface="Arial"/>
        </a:defRPr>
      </a:lvl3pPr>
      <a:lvl4pPr marL="1371600" indent="0" algn="l" rtl="0" eaLnBrk="0" fontAlgn="base" hangingPunct="0">
        <a:spcBef>
          <a:spcPct val="20000"/>
        </a:spcBef>
        <a:spcAft>
          <a:spcPct val="0"/>
        </a:spcAft>
        <a:buNone/>
        <a:defRPr sz="1200">
          <a:solidFill>
            <a:schemeClr val="tx1"/>
          </a:solidFill>
          <a:latin typeface="Arial"/>
          <a:ea typeface="ＭＳ Ｐゴシック" charset="-128"/>
          <a:cs typeface="Arial"/>
        </a:defRPr>
      </a:lvl4pPr>
      <a:lvl5pPr marL="1828800" indent="0" algn="l" rtl="0" eaLnBrk="0" fontAlgn="base" hangingPunct="0">
        <a:spcBef>
          <a:spcPct val="20000"/>
        </a:spcBef>
        <a:spcAft>
          <a:spcPct val="0"/>
        </a:spcAft>
        <a:buNone/>
        <a:defRPr sz="1200">
          <a:solidFill>
            <a:schemeClr val="tx1"/>
          </a:solidFill>
          <a:latin typeface="Arial"/>
          <a:ea typeface="ＭＳ Ｐゴシック" charset="-128"/>
          <a:cs typeface="Arial"/>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learn.genetics.utah.edu/content/cells/scale/"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hyperlink" Target="https://www.youtube.com/watch?v=UA-jO6HtfLU"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www.compoundchem.com/2014/09/08/antibiotics/" TargetMode="Externa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hyperlink" Target="https://www.biointeractive.org/classroom-resources/superbugs-resist-antibiotics-can-evolve-11-days?fbclid=IwAR3Nilaukd7SydBLlIUOvSuSiKOPlMi1zyYFUwsg80ITiCnnbXU88xSKZYc" TargetMode="External"/><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hyperlink" Target="https://www.cdc.gov/legionella/about/index.html" TargetMode="External"/><Relationship Id="rId2" Type="http://schemas.openxmlformats.org/officeDocument/2006/relationships/notesSlide" Target="../notesSlides/notesSlide26.xml"/><Relationship Id="rId1" Type="http://schemas.openxmlformats.org/officeDocument/2006/relationships/slideLayout" Target="../slideLayouts/slideLayout5.xml"/><Relationship Id="rId6" Type="http://schemas.openxmlformats.org/officeDocument/2006/relationships/image" Target="../media/image17.png"/><Relationship Id="rId5" Type="http://schemas.openxmlformats.org/officeDocument/2006/relationships/hyperlink" Target="https://www.cdc.gov/cholera/index.html" TargetMode="External"/><Relationship Id="rId4" Type="http://schemas.openxmlformats.org/officeDocument/2006/relationships/hyperlink" Target="https://www.cdc.gov/salmonella/index.html" TargetMode="External"/></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hyperlink" Target="https://www.cdc.gov/campylobacter/index.html" TargetMode="External"/><Relationship Id="rId2" Type="http://schemas.openxmlformats.org/officeDocument/2006/relationships/notesSlide" Target="../notesSlides/notesSlide28.xml"/><Relationship Id="rId1" Type="http://schemas.openxmlformats.org/officeDocument/2006/relationships/slideLayout" Target="../slideLayouts/slideLayout5.xml"/><Relationship Id="rId5" Type="http://schemas.openxmlformats.org/officeDocument/2006/relationships/image" Target="../media/image19.png"/><Relationship Id="rId4" Type="http://schemas.openxmlformats.org/officeDocument/2006/relationships/hyperlink" Target="https://www.cdc.gov/ulcer/files/hpfacts.pdf" TargetMode="External"/></Relationships>
</file>

<file path=ppt/slides/_rels/slide32.xml.rels><?xml version="1.0" encoding="UTF-8" standalone="yes"?>
<Relationships xmlns="http://schemas.openxmlformats.org/package/2006/relationships"><Relationship Id="rId3" Type="http://schemas.openxmlformats.org/officeDocument/2006/relationships/hyperlink" Target="https://www.cdc.gov/std/chlamydia/stdfact-chlamydia-detailed.htm" TargetMode="External"/><Relationship Id="rId2" Type="http://schemas.openxmlformats.org/officeDocument/2006/relationships/notesSlide" Target="../notesSlides/notesSlide29.xml"/><Relationship Id="rId1" Type="http://schemas.openxmlformats.org/officeDocument/2006/relationships/slideLayout" Target="../slideLayouts/slideLayout5.xml"/><Relationship Id="rId4" Type="http://schemas.openxmlformats.org/officeDocument/2006/relationships/image" Target="../media/image20.png"/></Relationships>
</file>

<file path=ppt/slides/_rels/slide33.xml.rels><?xml version="1.0" encoding="UTF-8" standalone="yes"?>
<Relationships xmlns="http://schemas.openxmlformats.org/package/2006/relationships"><Relationship Id="rId3" Type="http://schemas.openxmlformats.org/officeDocument/2006/relationships/hyperlink" Target="https://www.cdc.gov/std/syphilis/stdfact-syphilis.htm" TargetMode="External"/><Relationship Id="rId2" Type="http://schemas.openxmlformats.org/officeDocument/2006/relationships/notesSlide" Target="../notesSlides/notesSlide30.xml"/><Relationship Id="rId1" Type="http://schemas.openxmlformats.org/officeDocument/2006/relationships/slideLayout" Target="../slideLayouts/slideLayout5.xml"/><Relationship Id="rId5" Type="http://schemas.openxmlformats.org/officeDocument/2006/relationships/image" Target="../media/image21.png"/><Relationship Id="rId4" Type="http://schemas.openxmlformats.org/officeDocument/2006/relationships/hyperlink" Target="https://www.cdc.gov/lyme/index.html" TargetMode="External"/></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hyperlink" Target="https://www.cdc.gov/anthrax/index.html" TargetMode="External"/><Relationship Id="rId2" Type="http://schemas.openxmlformats.org/officeDocument/2006/relationships/notesSlide" Target="../notesSlides/notesSlide32.xml"/><Relationship Id="rId1" Type="http://schemas.openxmlformats.org/officeDocument/2006/relationships/slideLayout" Target="../slideLayouts/slideLayout5.xml"/><Relationship Id="rId5" Type="http://schemas.openxmlformats.org/officeDocument/2006/relationships/image" Target="../media/image23.png"/><Relationship Id="rId4" Type="http://schemas.openxmlformats.org/officeDocument/2006/relationships/hyperlink" Target="https://www.cdc.gov/botulism/index.html" TargetMode="External"/></Relationships>
</file>

<file path=ppt/slides/_rels/slide3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4.xml"/><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hyperlink" Target="https://www.livescience.com/58790-crispr-explained.html" TargetMode="External"/><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0164"/>
          </a:xfrm>
        </p:spPr>
        <p:txBody>
          <a:bodyPr/>
          <a:lstStyle/>
          <a:p>
            <a:r>
              <a:rPr lang="en-US" dirty="0">
                <a:solidFill>
                  <a:schemeClr val="bg1"/>
                </a:solidFill>
              </a:rPr>
              <a:t>CH 27</a:t>
            </a:r>
          </a:p>
        </p:txBody>
      </p:sp>
      <p:sp>
        <p:nvSpPr>
          <p:cNvPr id="6" name="TextBox 5">
            <a:extLst>
              <a:ext uri="{FF2B5EF4-FFF2-40B4-BE49-F238E27FC236}">
                <a16:creationId xmlns:a16="http://schemas.microsoft.com/office/drawing/2014/main" id="{F7451D56-4B25-42E5-96E6-1EA8A658E9D5}"/>
              </a:ext>
            </a:extLst>
          </p:cNvPr>
          <p:cNvSpPr txBox="1"/>
          <p:nvPr/>
        </p:nvSpPr>
        <p:spPr>
          <a:xfrm>
            <a:off x="0" y="0"/>
            <a:ext cx="9144000" cy="6740307"/>
          </a:xfrm>
          <a:prstGeom prst="rect">
            <a:avLst/>
          </a:prstGeom>
          <a:noFill/>
        </p:spPr>
        <p:txBody>
          <a:bodyPr wrap="square" rtlCol="0">
            <a:spAutoFit/>
          </a:bodyPr>
          <a:lstStyle/>
          <a:p>
            <a:pPr algn="ctr"/>
            <a:r>
              <a:rPr lang="en-US" sz="3600" b="1" dirty="0">
                <a:solidFill>
                  <a:srgbClr val="FF0000"/>
                </a:solidFill>
                <a:cs typeface="Arial" panose="020B0604020202020204" pitchFamily="34" charset="0"/>
              </a:rPr>
              <a:t>BIOL 1202</a:t>
            </a:r>
          </a:p>
          <a:p>
            <a:pPr algn="ctr"/>
            <a:r>
              <a:rPr lang="en-US" sz="3600" b="1" dirty="0">
                <a:cs typeface="Arial" panose="020B0604020202020204" pitchFamily="34" charset="0"/>
              </a:rPr>
              <a:t>General Biology II Lecture</a:t>
            </a:r>
          </a:p>
          <a:p>
            <a:pPr algn="ctr"/>
            <a:endParaRPr lang="en-US" sz="3000" b="1" dirty="0">
              <a:cs typeface="Arial" panose="020B0604020202020204" pitchFamily="34" charset="0"/>
            </a:endParaRPr>
          </a:p>
          <a:p>
            <a:pPr algn="ctr"/>
            <a:endParaRPr lang="en-US" sz="3000" b="1" dirty="0">
              <a:cs typeface="Arial" panose="020B0604020202020204" pitchFamily="34" charset="0"/>
            </a:endParaRPr>
          </a:p>
          <a:p>
            <a:pPr algn="ctr"/>
            <a:endParaRPr lang="en-US" sz="3000" b="1" dirty="0">
              <a:cs typeface="Arial" panose="020B0604020202020204" pitchFamily="34" charset="0"/>
            </a:endParaRPr>
          </a:p>
          <a:p>
            <a:pPr algn="ctr"/>
            <a:endParaRPr lang="en-US" sz="3000" b="1" dirty="0">
              <a:cs typeface="Arial" panose="020B0604020202020204" pitchFamily="34" charset="0"/>
            </a:endParaRPr>
          </a:p>
          <a:p>
            <a:pPr algn="ctr"/>
            <a:endParaRPr lang="en-US" sz="3000" b="1" dirty="0">
              <a:cs typeface="Arial" panose="020B0604020202020204" pitchFamily="34" charset="0"/>
            </a:endParaRPr>
          </a:p>
          <a:p>
            <a:pPr algn="ctr"/>
            <a:endParaRPr lang="en-US" sz="3000" b="1" dirty="0">
              <a:cs typeface="Arial" panose="020B0604020202020204" pitchFamily="34" charset="0"/>
            </a:endParaRPr>
          </a:p>
          <a:p>
            <a:pPr algn="ctr"/>
            <a:endParaRPr lang="en-US" sz="3000" b="1" dirty="0">
              <a:cs typeface="Arial" panose="020B0604020202020204" pitchFamily="34" charset="0"/>
            </a:endParaRPr>
          </a:p>
          <a:p>
            <a:pPr algn="ctr"/>
            <a:endParaRPr lang="en-US" sz="3000" b="1" dirty="0">
              <a:cs typeface="Arial" panose="020B0604020202020204" pitchFamily="34" charset="0"/>
            </a:endParaRPr>
          </a:p>
          <a:p>
            <a:pPr algn="ctr"/>
            <a:endParaRPr lang="en-US" sz="3000" b="1" dirty="0">
              <a:cs typeface="Arial" panose="020B0604020202020204" pitchFamily="34" charset="0"/>
            </a:endParaRPr>
          </a:p>
          <a:p>
            <a:pPr algn="ctr"/>
            <a:r>
              <a:rPr lang="en-US" sz="3000" b="1" dirty="0">
                <a:cs typeface="Arial" panose="020B0604020202020204" pitchFamily="34" charset="0"/>
              </a:rPr>
              <a:t>CHAPTER 27</a:t>
            </a:r>
          </a:p>
          <a:p>
            <a:pPr algn="ctr"/>
            <a:r>
              <a:rPr lang="en-US" sz="3000" b="1" i="1" dirty="0">
                <a:cs typeface="Arial" panose="020B0604020202020204" pitchFamily="34" charset="0"/>
              </a:rPr>
              <a:t>Bacteria and Archaea</a:t>
            </a:r>
          </a:p>
          <a:p>
            <a:pPr algn="ctr"/>
            <a:r>
              <a:rPr lang="en-US" sz="3000" b="1" dirty="0">
                <a:cs typeface="Arial" panose="020B0604020202020204" pitchFamily="34" charset="0"/>
              </a:rPr>
              <a:t>Dr. Adam Hrincevich</a:t>
            </a:r>
          </a:p>
        </p:txBody>
      </p:sp>
      <p:pic>
        <p:nvPicPr>
          <p:cNvPr id="5" name="Picture 4" descr="CH 27 opener: A photograph shows a lake with pink colored water.">
            <a:extLst>
              <a:ext uri="{FF2B5EF4-FFF2-40B4-BE49-F238E27FC236}">
                <a16:creationId xmlns:a16="http://schemas.microsoft.com/office/drawing/2014/main" id="{04DFE725-747A-4A17-A17F-EE1DA40CD1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87296" y="1524000"/>
            <a:ext cx="5769407" cy="3349713"/>
          </a:xfrm>
          <a:prstGeom prst="rect">
            <a:avLst/>
          </a:prstGeom>
        </p:spPr>
      </p:pic>
    </p:spTree>
    <p:extLst>
      <p:ext uri="{BB962C8B-B14F-4D97-AF65-F5344CB8AC3E}">
        <p14:creationId xmlns:p14="http://schemas.microsoft.com/office/powerpoint/2010/main" val="16612926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EF93F-1521-445C-8CC2-2099C8AD6BFA}"/>
              </a:ext>
            </a:extLst>
          </p:cNvPr>
          <p:cNvSpPr>
            <a:spLocks noGrp="1"/>
          </p:cNvSpPr>
          <p:nvPr>
            <p:ph type="title"/>
          </p:nvPr>
        </p:nvSpPr>
        <p:spPr>
          <a:xfrm>
            <a:off x="-3875" y="0"/>
            <a:ext cx="9144000" cy="800219"/>
          </a:xfrm>
        </p:spPr>
        <p:txBody>
          <a:bodyPr/>
          <a:lstStyle/>
          <a:p>
            <a:pPr algn="ctr"/>
            <a:r>
              <a:rPr lang="en-US" sz="4000" dirty="0"/>
              <a:t>CH 27 Learning Objectives</a:t>
            </a:r>
          </a:p>
        </p:txBody>
      </p:sp>
      <p:sp>
        <p:nvSpPr>
          <p:cNvPr id="4" name="TextBox 3">
            <a:extLst>
              <a:ext uri="{FF2B5EF4-FFF2-40B4-BE49-F238E27FC236}">
                <a16:creationId xmlns:a16="http://schemas.microsoft.com/office/drawing/2014/main" id="{86360591-B5D1-410A-8B8C-92FD2A2A31B5}"/>
              </a:ext>
            </a:extLst>
          </p:cNvPr>
          <p:cNvSpPr txBox="1"/>
          <p:nvPr/>
        </p:nvSpPr>
        <p:spPr>
          <a:xfrm>
            <a:off x="9041" y="733246"/>
            <a:ext cx="9140125" cy="6124754"/>
          </a:xfrm>
          <a:prstGeom prst="rect">
            <a:avLst/>
          </a:prstGeom>
          <a:noFill/>
        </p:spPr>
        <p:txBody>
          <a:bodyPr wrap="square" rtlCol="0">
            <a:spAutoFit/>
          </a:bodyPr>
          <a:lstStyle/>
          <a:p>
            <a:pPr marL="457200" indent="-457200">
              <a:buFont typeface="+mj-lt"/>
              <a:buAutoNum type="arabicPeriod"/>
            </a:pPr>
            <a:r>
              <a:rPr lang="en-US" sz="2800" dirty="0"/>
              <a:t>Describe the possible structure of the tree of all life.</a:t>
            </a:r>
          </a:p>
          <a:p>
            <a:pPr marL="457200" indent="-457200">
              <a:buFont typeface="+mj-lt"/>
              <a:buAutoNum type="arabicPeriod"/>
            </a:pPr>
            <a:r>
              <a:rPr lang="en-US" sz="2800" dirty="0"/>
              <a:t>Describe structural and functional adaptations of prokaryotes.</a:t>
            </a:r>
          </a:p>
          <a:p>
            <a:pPr marL="457200" indent="-457200">
              <a:buFont typeface="+mj-lt"/>
              <a:buAutoNum type="arabicPeriod"/>
            </a:pPr>
            <a:r>
              <a:rPr lang="en-US" sz="2800" dirty="0"/>
              <a:t>Identify sources of genetic diversity in prokaryotes.</a:t>
            </a:r>
          </a:p>
          <a:p>
            <a:pPr marL="457200" indent="-457200">
              <a:buFont typeface="+mj-lt"/>
              <a:buAutoNum type="arabicPeriod"/>
            </a:pPr>
            <a:r>
              <a:rPr lang="en-US" sz="2800" dirty="0"/>
              <a:t>Give examples of nutritional and metabolic adaptations in prokaryotes.</a:t>
            </a:r>
          </a:p>
          <a:p>
            <a:pPr marL="457200" indent="-457200">
              <a:buFont typeface="+mj-lt"/>
              <a:buAutoNum type="arabicPeriod"/>
            </a:pPr>
            <a:r>
              <a:rPr lang="en-US" sz="2800" dirty="0"/>
              <a:t>Identify major phylogenetic groups of prokaryotes.</a:t>
            </a:r>
          </a:p>
          <a:p>
            <a:pPr marL="457200" indent="-457200">
              <a:buFont typeface="+mj-lt"/>
              <a:buAutoNum type="arabicPeriod"/>
            </a:pPr>
            <a:r>
              <a:rPr lang="en-US" sz="2800" dirty="0"/>
              <a:t>Describe ecological roles played by prokaryotes.</a:t>
            </a:r>
          </a:p>
          <a:p>
            <a:pPr marL="457200" indent="-457200">
              <a:buFont typeface="+mj-lt"/>
              <a:buAutoNum type="arabicPeriod"/>
            </a:pPr>
            <a:r>
              <a:rPr lang="en-US" sz="2800" dirty="0"/>
              <a:t>Give examples of beneficial and harmful effects that prokaryotes have on humans.</a:t>
            </a:r>
          </a:p>
          <a:p>
            <a:endParaRPr lang="en-US" sz="2800" dirty="0"/>
          </a:p>
          <a:p>
            <a:r>
              <a:rPr lang="en-US" sz="2800" dirty="0"/>
              <a:t>I would suggest completing the crossword puzzle to help you understand the terminology and correlate how the terms relate to topics covered in this chapter.</a:t>
            </a:r>
          </a:p>
        </p:txBody>
      </p:sp>
    </p:spTree>
    <p:extLst>
      <p:ext uri="{BB962C8B-B14F-4D97-AF65-F5344CB8AC3E}">
        <p14:creationId xmlns:p14="http://schemas.microsoft.com/office/powerpoint/2010/main" val="40901003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p:cNvSpPr>
            <a:spLocks noGrp="1" noChangeArrowheads="1"/>
          </p:cNvSpPr>
          <p:nvPr>
            <p:ph type="title"/>
          </p:nvPr>
        </p:nvSpPr>
        <p:spPr>
          <a:xfrm>
            <a:off x="0" y="0"/>
            <a:ext cx="9144000" cy="1107996"/>
          </a:xfrm>
        </p:spPr>
        <p:txBody>
          <a:bodyPr/>
          <a:lstStyle/>
          <a:p>
            <a:r>
              <a:rPr lang="en-US" dirty="0">
                <a:solidFill>
                  <a:srgbClr val="FF0000"/>
                </a:solidFill>
              </a:rPr>
              <a:t>Concept 27.1: Structural and functional adaptations contribute to prokaryotic success</a:t>
            </a:r>
          </a:p>
        </p:txBody>
      </p:sp>
      <p:sp>
        <p:nvSpPr>
          <p:cNvPr id="22530" name="Rectangle 3"/>
          <p:cNvSpPr>
            <a:spLocks noGrp="1" noChangeArrowheads="1"/>
          </p:cNvSpPr>
          <p:nvPr>
            <p:ph idx="1"/>
          </p:nvPr>
        </p:nvSpPr>
        <p:spPr>
          <a:xfrm>
            <a:off x="96253" y="1059870"/>
            <a:ext cx="9047747" cy="5750004"/>
          </a:xfrm>
        </p:spPr>
        <p:txBody>
          <a:bodyPr/>
          <a:lstStyle/>
          <a:p>
            <a:r>
              <a:rPr lang="en-US" dirty="0"/>
              <a:t>Prokaryotes were the first organisms to inhabit the Earth and are </a:t>
            </a:r>
          </a:p>
          <a:p>
            <a:r>
              <a:rPr lang="en-US" dirty="0"/>
              <a:t>They represent </a:t>
            </a:r>
          </a:p>
          <a:p>
            <a:r>
              <a:rPr lang="en-US" altLang="ja-JP" dirty="0"/>
              <a:t>They </a:t>
            </a:r>
            <a:r>
              <a:rPr lang="en-US" dirty="0"/>
              <a:t>thrive almost everywhere, including places too acidic,</a:t>
            </a:r>
            <a:endParaRPr lang="en-US" altLang="ja-JP" dirty="0"/>
          </a:p>
          <a:p>
            <a:r>
              <a:rPr lang="en-US" dirty="0"/>
              <a:t>Most are </a:t>
            </a:r>
          </a:p>
          <a:p>
            <a:r>
              <a:rPr lang="en-US" dirty="0"/>
              <a:t>Most prokaryotic cells are 0.5–5 </a:t>
            </a:r>
            <a:r>
              <a:rPr lang="en-US" dirty="0">
                <a:latin typeface="+mj-lt"/>
              </a:rPr>
              <a:t>µ</a:t>
            </a:r>
            <a:r>
              <a:rPr lang="en-US" dirty="0"/>
              <a:t>m, much </a:t>
            </a:r>
            <a:r>
              <a:rPr lang="en-US" dirty="0">
                <a:hlinkClick r:id="rId3"/>
              </a:rPr>
              <a:t>smaller</a:t>
            </a:r>
            <a:r>
              <a:rPr lang="en-US" dirty="0"/>
              <a:t> than </a:t>
            </a:r>
          </a:p>
          <a:p>
            <a:r>
              <a:rPr lang="en-US" dirty="0"/>
              <a:t>Prokaryotic cells have </a:t>
            </a:r>
          </a:p>
          <a:p>
            <a:r>
              <a:rPr lang="en-US" dirty="0"/>
              <a:t>The three most common shapes are </a:t>
            </a:r>
          </a:p>
        </p:txBody>
      </p:sp>
    </p:spTree>
    <p:extLst>
      <p:ext uri="{BB962C8B-B14F-4D97-AF65-F5344CB8AC3E}">
        <p14:creationId xmlns:p14="http://schemas.microsoft.com/office/powerpoint/2010/main" val="28273429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pherical cells are shown in a micrograph, some are in the processes of cytokinesis. The cells are approximately 1 µm in diameter.&#10;(b) Rod shaped cells are shown in a micrograph. They are one quarter to one third a micrometer wide and one and 1 µm long.&#10;(c) A spiral shaped cell is shown in a micrograph. The cell is in the shape of a corkscrew, and is about 20 µm long and less than half µm wide. The width of the spiral shape is about 3 µm."/>
          <p:cNvPicPr>
            <a:picLocks noChangeAspect="1"/>
          </p:cNvPicPr>
          <p:nvPr/>
        </p:nvPicPr>
        <p:blipFill>
          <a:blip r:embed="rId3"/>
          <a:stretch>
            <a:fillRect/>
          </a:stretch>
        </p:blipFill>
        <p:spPr>
          <a:xfrm>
            <a:off x="1314450" y="600075"/>
            <a:ext cx="6515100" cy="5657850"/>
          </a:xfrm>
          <a:prstGeom prst="rect">
            <a:avLst/>
          </a:prstGeom>
        </p:spPr>
      </p:pic>
    </p:spTree>
    <p:extLst>
      <p:ext uri="{BB962C8B-B14F-4D97-AF65-F5344CB8AC3E}">
        <p14:creationId xmlns:p14="http://schemas.microsoft.com/office/powerpoint/2010/main" val="41132610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p:cNvSpPr>
            <a:spLocks noGrp="1" noChangeArrowheads="1"/>
          </p:cNvSpPr>
          <p:nvPr>
            <p:ph type="title"/>
          </p:nvPr>
        </p:nvSpPr>
        <p:spPr/>
        <p:txBody>
          <a:bodyPr/>
          <a:lstStyle/>
          <a:p>
            <a:r>
              <a:rPr lang="en-US"/>
              <a:t>Cell-Surface Structures</a:t>
            </a:r>
            <a:endParaRPr lang="en-US" dirty="0"/>
          </a:p>
        </p:txBody>
      </p:sp>
      <p:sp>
        <p:nvSpPr>
          <p:cNvPr id="26626" name="Rectangle 3"/>
          <p:cNvSpPr>
            <a:spLocks noGrp="1" noChangeArrowheads="1"/>
          </p:cNvSpPr>
          <p:nvPr>
            <p:ph idx="1"/>
          </p:nvPr>
        </p:nvSpPr>
        <p:spPr>
          <a:xfrm>
            <a:off x="76200" y="726414"/>
            <a:ext cx="8991600" cy="6131586"/>
          </a:xfrm>
        </p:spPr>
        <p:txBody>
          <a:bodyPr/>
          <a:lstStyle/>
          <a:p>
            <a:r>
              <a:rPr lang="en-US" dirty="0"/>
              <a:t>The cell wall maintains cell shape, protects, and prevents it from </a:t>
            </a:r>
          </a:p>
          <a:p>
            <a:r>
              <a:rPr lang="en-US" dirty="0"/>
              <a:t>Most bacterial cell walls contain </a:t>
            </a:r>
            <a:r>
              <a:rPr lang="en-US" b="1" dirty="0"/>
              <a:t>peptidoglycan</a:t>
            </a:r>
            <a:r>
              <a:rPr lang="en-US" dirty="0"/>
              <a:t>, a network of </a:t>
            </a:r>
          </a:p>
          <a:p>
            <a:r>
              <a:rPr lang="en-US" dirty="0"/>
              <a:t>Archaea contain polysaccharides and proteins but lack </a:t>
            </a:r>
          </a:p>
          <a:p>
            <a:r>
              <a:rPr lang="en-US" b="1" dirty="0"/>
              <a:t>Gram stain</a:t>
            </a:r>
            <a:r>
              <a:rPr lang="en-US" dirty="0"/>
              <a:t> is used to classify bacteria (</a:t>
            </a:r>
            <a:r>
              <a:rPr lang="en-US" dirty="0">
                <a:hlinkClick r:id="rId3"/>
              </a:rPr>
              <a:t>video here</a:t>
            </a:r>
            <a:r>
              <a:rPr lang="en-US" dirty="0"/>
              <a:t>)</a:t>
            </a:r>
          </a:p>
          <a:p>
            <a:r>
              <a:rPr lang="en-US" b="1" dirty="0"/>
              <a:t>Gram-positive </a:t>
            </a:r>
            <a:r>
              <a:rPr lang="en-US" dirty="0"/>
              <a:t>bacteria have simpler walls with a large amount of </a:t>
            </a:r>
            <a:endParaRPr lang="en-US" b="1" dirty="0">
              <a:solidFill>
                <a:srgbClr val="7030A0"/>
              </a:solidFill>
            </a:endParaRPr>
          </a:p>
          <a:p>
            <a:r>
              <a:rPr lang="en-US" b="1" dirty="0"/>
              <a:t>Gram-negative</a:t>
            </a:r>
            <a:r>
              <a:rPr lang="en-US" dirty="0"/>
              <a:t> bacteria have less peptidoglycan and an outer membrane that </a:t>
            </a:r>
            <a:endParaRPr lang="en-US" b="1" dirty="0">
              <a:solidFill>
                <a:srgbClr val="FF0066"/>
              </a:solidFill>
            </a:endParaRPr>
          </a:p>
        </p:txBody>
      </p:sp>
    </p:spTree>
    <p:extLst>
      <p:ext uri="{BB962C8B-B14F-4D97-AF65-F5344CB8AC3E}">
        <p14:creationId xmlns:p14="http://schemas.microsoft.com/office/powerpoint/2010/main" val="40361501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23661" y="0"/>
            <a:ext cx="9144000" cy="600164"/>
          </a:xfrm>
        </p:spPr>
        <p:txBody>
          <a:bodyPr/>
          <a:lstStyle/>
          <a:p>
            <a:r>
              <a:rPr lang="en-US" dirty="0">
                <a:solidFill>
                  <a:schemeClr val="bg1"/>
                </a:solidFill>
              </a:rPr>
              <a:t>6</a:t>
            </a:r>
          </a:p>
        </p:txBody>
      </p:sp>
      <p:pic>
        <p:nvPicPr>
          <p:cNvPr id="2" name="Picture 1" descr="comparing gram positive and gram negative bacteria characteristics."/>
          <p:cNvPicPr>
            <a:picLocks noChangeAspect="1"/>
          </p:cNvPicPr>
          <p:nvPr/>
        </p:nvPicPr>
        <p:blipFill>
          <a:blip r:embed="rId2"/>
          <a:stretch>
            <a:fillRect/>
          </a:stretch>
        </p:blipFill>
        <p:spPr>
          <a:xfrm>
            <a:off x="-104775" y="14287"/>
            <a:ext cx="9353550" cy="6829425"/>
          </a:xfrm>
          <a:prstGeom prst="rect">
            <a:avLst/>
          </a:prstGeom>
        </p:spPr>
      </p:pic>
    </p:spTree>
    <p:extLst>
      <p:ext uri="{BB962C8B-B14F-4D97-AF65-F5344CB8AC3E}">
        <p14:creationId xmlns:p14="http://schemas.microsoft.com/office/powerpoint/2010/main" val="34439105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0164"/>
          </a:xfrm>
        </p:spPr>
        <p:txBody>
          <a:bodyPr/>
          <a:lstStyle/>
          <a:p>
            <a:r>
              <a:rPr lang="en-US" dirty="0">
                <a:solidFill>
                  <a:schemeClr val="bg1"/>
                </a:solidFill>
              </a:rPr>
              <a:t>7</a:t>
            </a:r>
          </a:p>
        </p:txBody>
      </p:sp>
      <p:pic>
        <p:nvPicPr>
          <p:cNvPr id="3" name="Picture 2" descr="animation showing mechanism of antibiotics killing bacteria.">
            <a:extLst>
              <a:ext uri="{FF2B5EF4-FFF2-40B4-BE49-F238E27FC236}">
                <a16:creationId xmlns:a16="http://schemas.microsoft.com/office/drawing/2014/main" id="{823EEAF6-6BA7-45E0-9AAB-D38D347BE888}"/>
              </a:ext>
            </a:extLst>
          </p:cNvPr>
          <p:cNvPicPr>
            <a:picLocks noChangeAspect="1"/>
          </p:cNvPicPr>
          <p:nvPr/>
        </p:nvPicPr>
        <p:blipFill>
          <a:blip r:embed="rId3"/>
          <a:stretch>
            <a:fillRect/>
          </a:stretch>
        </p:blipFill>
        <p:spPr>
          <a:xfrm>
            <a:off x="2171700" y="72190"/>
            <a:ext cx="4499810" cy="4499810"/>
          </a:xfrm>
          <a:prstGeom prst="rect">
            <a:avLst/>
          </a:prstGeom>
        </p:spPr>
      </p:pic>
      <p:sp>
        <p:nvSpPr>
          <p:cNvPr id="32769" name="Rectangle 2"/>
          <p:cNvSpPr>
            <a:spLocks noGrp="1" noChangeArrowheads="1"/>
          </p:cNvSpPr>
          <p:nvPr>
            <p:ph idx="4294967295"/>
          </p:nvPr>
        </p:nvSpPr>
        <p:spPr>
          <a:xfrm>
            <a:off x="152400" y="71438"/>
            <a:ext cx="8991600" cy="6705600"/>
          </a:xfrm>
        </p:spPr>
        <p:txBody>
          <a:bodyPr/>
          <a:lstStyle/>
          <a:p>
            <a:r>
              <a:rPr lang="en-US" dirty="0"/>
              <a:t>Many antibiotics target peptidoglycan and damage bacterial </a:t>
            </a:r>
          </a:p>
          <a:p>
            <a:endParaRPr lang="en-US" dirty="0"/>
          </a:p>
          <a:p>
            <a:endParaRPr lang="en-US" dirty="0"/>
          </a:p>
          <a:p>
            <a:endParaRPr lang="en-US" dirty="0"/>
          </a:p>
          <a:p>
            <a:endParaRPr lang="en-US" dirty="0"/>
          </a:p>
          <a:p>
            <a:r>
              <a:rPr lang="en-US" dirty="0"/>
              <a:t>Gram-positive bacteria are particularly susceptible to this </a:t>
            </a:r>
          </a:p>
          <a:p>
            <a:r>
              <a:rPr lang="en-US" dirty="0"/>
              <a:t>A sticky outer layer of polysaccharide or protein called </a:t>
            </a:r>
          </a:p>
          <a:p>
            <a:r>
              <a:rPr lang="en-US" dirty="0"/>
              <a:t>The capsule allows adherence to the substrate, or other individuals, and can </a:t>
            </a:r>
          </a:p>
        </p:txBody>
      </p:sp>
    </p:spTree>
    <p:extLst>
      <p:ext uri="{BB962C8B-B14F-4D97-AF65-F5344CB8AC3E}">
        <p14:creationId xmlns:p14="http://schemas.microsoft.com/office/powerpoint/2010/main" val="42424015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0164"/>
          </a:xfrm>
        </p:spPr>
        <p:txBody>
          <a:bodyPr/>
          <a:lstStyle/>
          <a:p>
            <a:r>
              <a:rPr lang="en-US" dirty="0">
                <a:solidFill>
                  <a:schemeClr val="bg1"/>
                </a:solidFill>
              </a:rPr>
              <a:t>8</a:t>
            </a:r>
          </a:p>
        </p:txBody>
      </p:sp>
      <p:sp>
        <p:nvSpPr>
          <p:cNvPr id="3" name="TextBox 2"/>
          <p:cNvSpPr txBox="1"/>
          <p:nvPr/>
        </p:nvSpPr>
        <p:spPr>
          <a:xfrm>
            <a:off x="0" y="0"/>
            <a:ext cx="5303055" cy="461665"/>
          </a:xfrm>
          <a:prstGeom prst="rect">
            <a:avLst/>
          </a:prstGeom>
          <a:noFill/>
        </p:spPr>
        <p:txBody>
          <a:bodyPr wrap="none" rtlCol="0">
            <a:spAutoFit/>
          </a:bodyPr>
          <a:lstStyle/>
          <a:p>
            <a:r>
              <a:rPr lang="en-US" dirty="0">
                <a:hlinkClick r:id="rId2"/>
              </a:rPr>
              <a:t>Good summary here about antibiotics</a:t>
            </a:r>
            <a:endParaRPr lang="en-US" dirty="0"/>
          </a:p>
        </p:txBody>
      </p:sp>
      <p:pic>
        <p:nvPicPr>
          <p:cNvPr id="4" name="Picture 3" descr="Different classes of antibiotic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95687"/>
            <a:ext cx="9144000" cy="6462313"/>
          </a:xfrm>
          <a:prstGeom prst="rect">
            <a:avLst/>
          </a:prstGeom>
        </p:spPr>
      </p:pic>
    </p:spTree>
    <p:extLst>
      <p:ext uri="{BB962C8B-B14F-4D97-AF65-F5344CB8AC3E}">
        <p14:creationId xmlns:p14="http://schemas.microsoft.com/office/powerpoint/2010/main" val="19569481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31955"/>
            <a:ext cx="9144000" cy="600164"/>
          </a:xfrm>
        </p:spPr>
        <p:txBody>
          <a:bodyPr/>
          <a:lstStyle/>
          <a:p>
            <a:r>
              <a:rPr lang="en-US" dirty="0">
                <a:solidFill>
                  <a:schemeClr val="bg1"/>
                </a:solidFill>
              </a:rPr>
              <a:t>9</a:t>
            </a:r>
          </a:p>
        </p:txBody>
      </p:sp>
      <p:sp>
        <p:nvSpPr>
          <p:cNvPr id="36865" name="Rectangle 2"/>
          <p:cNvSpPr>
            <a:spLocks noGrp="1" noChangeArrowheads="1"/>
          </p:cNvSpPr>
          <p:nvPr>
            <p:ph idx="4294967295"/>
          </p:nvPr>
        </p:nvSpPr>
        <p:spPr>
          <a:xfrm>
            <a:off x="152400" y="152400"/>
            <a:ext cx="8839200" cy="6337300"/>
          </a:xfrm>
        </p:spPr>
        <p:txBody>
          <a:bodyPr/>
          <a:lstStyle/>
          <a:p>
            <a:r>
              <a:rPr lang="en-US" dirty="0"/>
              <a:t>Many prokaryotes form metabolically inactive </a:t>
            </a:r>
            <a:r>
              <a:rPr lang="en-US" b="1" dirty="0"/>
              <a:t>endospores</a:t>
            </a:r>
            <a:r>
              <a:rPr lang="en-US" dirty="0"/>
              <a:t>, which can remain </a:t>
            </a:r>
          </a:p>
        </p:txBody>
      </p:sp>
      <p:pic>
        <p:nvPicPr>
          <p:cNvPr id="2" name="Picture 1" descr="A micrograph shows a bacterial cell with an endospore. The bacterial cell is roughly rectangular in shape. Inside the cell is an oval section, shaded darker than the rest of the cell. It is labeled Endospore. Surrounding this endospore is a thin layer, labeled Coat. The cell is about 2.5 µm long, and the endospore is about 0.9 micrometers long.">
            <a:extLst>
              <a:ext uri="{FF2B5EF4-FFF2-40B4-BE49-F238E27FC236}">
                <a16:creationId xmlns:a16="http://schemas.microsoft.com/office/drawing/2014/main" id="{2B79EACF-5670-44E4-B221-638D2491DCD9}"/>
              </a:ext>
            </a:extLst>
          </p:cNvPr>
          <p:cNvPicPr>
            <a:picLocks noChangeAspect="1"/>
          </p:cNvPicPr>
          <p:nvPr/>
        </p:nvPicPr>
        <p:blipFill>
          <a:blip r:embed="rId3"/>
          <a:stretch>
            <a:fillRect/>
          </a:stretch>
        </p:blipFill>
        <p:spPr>
          <a:xfrm>
            <a:off x="1266824" y="2000250"/>
            <a:ext cx="6610350" cy="4324350"/>
          </a:xfrm>
          <a:prstGeom prst="rect">
            <a:avLst/>
          </a:prstGeom>
        </p:spPr>
      </p:pic>
    </p:spTree>
    <p:extLst>
      <p:ext uri="{BB962C8B-B14F-4D97-AF65-F5344CB8AC3E}">
        <p14:creationId xmlns:p14="http://schemas.microsoft.com/office/powerpoint/2010/main" val="27935190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0"/>
            <a:ext cx="9144000" cy="600164"/>
          </a:xfrm>
        </p:spPr>
        <p:txBody>
          <a:bodyPr/>
          <a:lstStyle/>
          <a:p>
            <a:r>
              <a:rPr lang="en-US" dirty="0">
                <a:solidFill>
                  <a:schemeClr val="bg1"/>
                </a:solidFill>
              </a:rPr>
              <a:t>10</a:t>
            </a:r>
          </a:p>
        </p:txBody>
      </p:sp>
      <p:sp>
        <p:nvSpPr>
          <p:cNvPr id="40961" name="Rectangle 2"/>
          <p:cNvSpPr>
            <a:spLocks noGrp="1" noChangeArrowheads="1"/>
          </p:cNvSpPr>
          <p:nvPr>
            <p:ph idx="4294967295"/>
          </p:nvPr>
        </p:nvSpPr>
        <p:spPr>
          <a:xfrm>
            <a:off x="152400" y="152400"/>
            <a:ext cx="8839200" cy="2438400"/>
          </a:xfrm>
        </p:spPr>
        <p:txBody>
          <a:bodyPr/>
          <a:lstStyle/>
          <a:p>
            <a:r>
              <a:rPr lang="en-US" dirty="0"/>
              <a:t>Some prokaryotes have hair-like appendages called </a:t>
            </a:r>
            <a:r>
              <a:rPr lang="en-US" b="1" dirty="0"/>
              <a:t>fimbriae</a:t>
            </a:r>
            <a:r>
              <a:rPr lang="en-US" dirty="0"/>
              <a:t> that allow them to </a:t>
            </a:r>
          </a:p>
          <a:p>
            <a:endParaRPr lang="en-US" dirty="0"/>
          </a:p>
          <a:p>
            <a:r>
              <a:rPr lang="en-US" b="1" dirty="0"/>
              <a:t>Pili </a:t>
            </a:r>
            <a:r>
              <a:rPr lang="en-US" dirty="0"/>
              <a:t>(or sex pili) are longer than </a:t>
            </a:r>
          </a:p>
        </p:txBody>
      </p:sp>
      <p:pic>
        <p:nvPicPr>
          <p:cNvPr id="2" name="Picture 1" descr="A rod shaped bacterial cell is shown. On the outside of the cell are Fimbriae, long hair-like structures. The hairs are as long as the cell itself. A scale of 1 µm is used for reference. ">
            <a:extLst>
              <a:ext uri="{FF2B5EF4-FFF2-40B4-BE49-F238E27FC236}">
                <a16:creationId xmlns:a16="http://schemas.microsoft.com/office/drawing/2014/main" id="{5C364842-A0F8-4802-AB7C-4BF58F6B1147}"/>
              </a:ext>
            </a:extLst>
          </p:cNvPr>
          <p:cNvPicPr>
            <a:picLocks noChangeAspect="1"/>
          </p:cNvPicPr>
          <p:nvPr/>
        </p:nvPicPr>
        <p:blipFill>
          <a:blip r:embed="rId3"/>
          <a:stretch>
            <a:fillRect/>
          </a:stretch>
        </p:blipFill>
        <p:spPr>
          <a:xfrm>
            <a:off x="1252536" y="2566737"/>
            <a:ext cx="6638925" cy="4038600"/>
          </a:xfrm>
          <a:prstGeom prst="rect">
            <a:avLst/>
          </a:prstGeom>
        </p:spPr>
      </p:pic>
    </p:spTree>
    <p:extLst>
      <p:ext uri="{BB962C8B-B14F-4D97-AF65-F5344CB8AC3E}">
        <p14:creationId xmlns:p14="http://schemas.microsoft.com/office/powerpoint/2010/main" val="7154281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p:cNvSpPr>
            <a:spLocks noGrp="1" noChangeArrowheads="1"/>
          </p:cNvSpPr>
          <p:nvPr>
            <p:ph type="title"/>
          </p:nvPr>
        </p:nvSpPr>
        <p:spPr/>
        <p:txBody>
          <a:bodyPr/>
          <a:lstStyle/>
          <a:p>
            <a:r>
              <a:rPr lang="en-US"/>
              <a:t>Motility</a:t>
            </a:r>
            <a:endParaRPr lang="en-US" dirty="0"/>
          </a:p>
        </p:txBody>
      </p:sp>
      <p:sp>
        <p:nvSpPr>
          <p:cNvPr id="45058" name="Rectangle 3"/>
          <p:cNvSpPr>
            <a:spLocks noGrp="1" noChangeArrowheads="1"/>
          </p:cNvSpPr>
          <p:nvPr>
            <p:ph idx="1"/>
          </p:nvPr>
        </p:nvSpPr>
        <p:spPr>
          <a:xfrm>
            <a:off x="152400" y="670560"/>
            <a:ext cx="8839200" cy="5943600"/>
          </a:xfrm>
        </p:spPr>
        <p:txBody>
          <a:bodyPr/>
          <a:lstStyle/>
          <a:p>
            <a:r>
              <a:rPr lang="en-US" dirty="0"/>
              <a:t>About half of all prokaryotes exhibit </a:t>
            </a:r>
            <a:r>
              <a:rPr lang="en-US" b="1" dirty="0"/>
              <a:t>taxis</a:t>
            </a:r>
            <a:r>
              <a:rPr lang="en-US" dirty="0"/>
              <a:t>, the ability to </a:t>
            </a:r>
          </a:p>
          <a:p>
            <a:pPr lvl="1"/>
            <a:r>
              <a:rPr lang="en-US" dirty="0"/>
              <a:t>EX: Chemotaxis is the movement toward or away from </a:t>
            </a:r>
          </a:p>
          <a:p>
            <a:r>
              <a:rPr lang="en-US" dirty="0"/>
              <a:t>Flagella are the most common structures used by prokaryotes for </a:t>
            </a:r>
          </a:p>
          <a:p>
            <a:r>
              <a:rPr lang="en-US" dirty="0"/>
              <a:t>Flagella may be scattered about the surface or concentrated at </a:t>
            </a:r>
          </a:p>
          <a:p>
            <a:r>
              <a:rPr lang="en-US" dirty="0"/>
              <a:t>The flagella of prokaryotes and eukaryotes differ in structure, </a:t>
            </a:r>
          </a:p>
          <a:p>
            <a:r>
              <a:rPr lang="en-US" dirty="0"/>
              <a:t>Flagella likely evolved as existing proteins were </a:t>
            </a:r>
          </a:p>
        </p:txBody>
      </p:sp>
    </p:spTree>
    <p:extLst>
      <p:ext uri="{BB962C8B-B14F-4D97-AF65-F5344CB8AC3E}">
        <p14:creationId xmlns:p14="http://schemas.microsoft.com/office/powerpoint/2010/main" val="23128189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p:cNvSpPr>
            <a:spLocks noGrp="1" noChangeArrowheads="1"/>
          </p:cNvSpPr>
          <p:nvPr>
            <p:ph type="title"/>
          </p:nvPr>
        </p:nvSpPr>
        <p:spPr/>
        <p:txBody>
          <a:bodyPr/>
          <a:lstStyle/>
          <a:p>
            <a:r>
              <a:rPr lang="en-US"/>
              <a:t>Internal Organization and DNA</a:t>
            </a:r>
            <a:endParaRPr lang="en-US" dirty="0"/>
          </a:p>
        </p:txBody>
      </p:sp>
      <p:sp>
        <p:nvSpPr>
          <p:cNvPr id="53250" name="Rectangle 3"/>
          <p:cNvSpPr>
            <a:spLocks noGrp="1" noChangeArrowheads="1"/>
          </p:cNvSpPr>
          <p:nvPr>
            <p:ph idx="1"/>
          </p:nvPr>
        </p:nvSpPr>
        <p:spPr>
          <a:xfrm>
            <a:off x="76200" y="681790"/>
            <a:ext cx="8991600" cy="2667000"/>
          </a:xfrm>
        </p:spPr>
        <p:txBody>
          <a:bodyPr/>
          <a:lstStyle/>
          <a:p>
            <a:r>
              <a:rPr lang="en-US" dirty="0"/>
              <a:t>Prokaryotic cells usually lack </a:t>
            </a:r>
          </a:p>
          <a:p>
            <a:endParaRPr lang="en-US" dirty="0"/>
          </a:p>
          <a:p>
            <a:r>
              <a:rPr lang="en-US" dirty="0"/>
              <a:t>Some prokaryotes do have </a:t>
            </a:r>
          </a:p>
          <a:p>
            <a:endParaRPr lang="en-US" dirty="0"/>
          </a:p>
          <a:p>
            <a:r>
              <a:rPr lang="en-US" dirty="0"/>
              <a:t>These are usually </a:t>
            </a:r>
          </a:p>
        </p:txBody>
      </p:sp>
      <p:pic>
        <p:nvPicPr>
          <p:cNvPr id="2" name="Picture 1" descr="A micrograph of a cell is shown. It is about 0.2 µm across. In the cell are a series of membranes in one half of the cell, labeled Respiratory membrane.">
            <a:extLst>
              <a:ext uri="{FF2B5EF4-FFF2-40B4-BE49-F238E27FC236}">
                <a16:creationId xmlns:a16="http://schemas.microsoft.com/office/drawing/2014/main" id="{4D970C47-E3BB-496D-A326-3B15B70F9662}"/>
              </a:ext>
            </a:extLst>
          </p:cNvPr>
          <p:cNvPicPr>
            <a:picLocks noChangeAspect="1"/>
          </p:cNvPicPr>
          <p:nvPr/>
        </p:nvPicPr>
        <p:blipFill>
          <a:blip r:embed="rId3"/>
          <a:stretch>
            <a:fillRect/>
          </a:stretch>
        </p:blipFill>
        <p:spPr>
          <a:xfrm>
            <a:off x="2057400" y="3737810"/>
            <a:ext cx="5025289" cy="3055543"/>
          </a:xfrm>
          <a:prstGeom prst="rect">
            <a:avLst/>
          </a:prstGeom>
        </p:spPr>
      </p:pic>
    </p:spTree>
    <p:extLst>
      <p:ext uri="{BB962C8B-B14F-4D97-AF65-F5344CB8AC3E}">
        <p14:creationId xmlns:p14="http://schemas.microsoft.com/office/powerpoint/2010/main" val="21552067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748" y="36871"/>
            <a:ext cx="9144000" cy="600164"/>
          </a:xfrm>
        </p:spPr>
        <p:txBody>
          <a:bodyPr/>
          <a:lstStyle/>
          <a:p>
            <a:r>
              <a:rPr lang="en-US" dirty="0">
                <a:solidFill>
                  <a:schemeClr val="bg1"/>
                </a:solidFill>
              </a:rPr>
              <a:t>13</a:t>
            </a:r>
          </a:p>
        </p:txBody>
      </p:sp>
      <p:sp>
        <p:nvSpPr>
          <p:cNvPr id="57345" name="Rectangle 2"/>
          <p:cNvSpPr>
            <a:spLocks noGrp="1" noChangeArrowheads="1"/>
          </p:cNvSpPr>
          <p:nvPr>
            <p:ph idx="4294967295"/>
          </p:nvPr>
        </p:nvSpPr>
        <p:spPr>
          <a:xfrm>
            <a:off x="152400" y="24732"/>
            <a:ext cx="8839200" cy="6337300"/>
          </a:xfrm>
        </p:spPr>
        <p:txBody>
          <a:bodyPr/>
          <a:lstStyle/>
          <a:p>
            <a:r>
              <a:rPr lang="en-US" dirty="0"/>
              <a:t>The prokaryotic genome has less </a:t>
            </a:r>
          </a:p>
          <a:p>
            <a:endParaRPr lang="en-US" dirty="0"/>
          </a:p>
          <a:p>
            <a:r>
              <a:rPr lang="en-US" dirty="0"/>
              <a:t>Most of the genome consists of a </a:t>
            </a:r>
          </a:p>
          <a:p>
            <a:endParaRPr lang="en-US" dirty="0"/>
          </a:p>
          <a:p>
            <a:r>
              <a:rPr lang="en-US" dirty="0"/>
              <a:t>The chromosome is not contained in a nucleus; it is located in </a:t>
            </a:r>
          </a:p>
          <a:p>
            <a:endParaRPr lang="en-US" dirty="0"/>
          </a:p>
          <a:p>
            <a:r>
              <a:rPr lang="en-US" dirty="0"/>
              <a:t>Typical prokaryotes also have </a:t>
            </a:r>
            <a:endParaRPr lang="en-US" b="1" dirty="0"/>
          </a:p>
        </p:txBody>
      </p:sp>
      <p:pic>
        <p:nvPicPr>
          <p:cNvPr id="3" name="Picture 2" descr="bacterial cell showing the presence of DNA and plasmids.">
            <a:extLst>
              <a:ext uri="{FF2B5EF4-FFF2-40B4-BE49-F238E27FC236}">
                <a16:creationId xmlns:a16="http://schemas.microsoft.com/office/drawing/2014/main" id="{65260152-80B8-41EA-B707-75A62B75F923}"/>
              </a:ext>
            </a:extLst>
          </p:cNvPr>
          <p:cNvPicPr>
            <a:picLocks noChangeAspect="1"/>
          </p:cNvPicPr>
          <p:nvPr/>
        </p:nvPicPr>
        <p:blipFill>
          <a:blip r:embed="rId3"/>
          <a:stretch>
            <a:fillRect/>
          </a:stretch>
        </p:blipFill>
        <p:spPr>
          <a:xfrm>
            <a:off x="2406307" y="4804610"/>
            <a:ext cx="4301889" cy="2013284"/>
          </a:xfrm>
          <a:prstGeom prst="rect">
            <a:avLst/>
          </a:prstGeom>
        </p:spPr>
      </p:pic>
    </p:spTree>
    <p:extLst>
      <p:ext uri="{BB962C8B-B14F-4D97-AF65-F5344CB8AC3E}">
        <p14:creationId xmlns:p14="http://schemas.microsoft.com/office/powerpoint/2010/main" val="25554902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2"/>
          <p:cNvSpPr>
            <a:spLocks noGrp="1" noChangeArrowheads="1"/>
          </p:cNvSpPr>
          <p:nvPr>
            <p:ph type="title"/>
          </p:nvPr>
        </p:nvSpPr>
        <p:spPr/>
        <p:txBody>
          <a:bodyPr/>
          <a:lstStyle/>
          <a:p>
            <a:r>
              <a:rPr lang="en-US"/>
              <a:t>Reproduction</a:t>
            </a:r>
            <a:endParaRPr lang="en-US" dirty="0"/>
          </a:p>
        </p:txBody>
      </p:sp>
      <p:sp>
        <p:nvSpPr>
          <p:cNvPr id="63490" name="Rectangle 3"/>
          <p:cNvSpPr>
            <a:spLocks noGrp="1" noChangeArrowheads="1"/>
          </p:cNvSpPr>
          <p:nvPr>
            <p:ph idx="1"/>
          </p:nvPr>
        </p:nvSpPr>
        <p:spPr/>
        <p:txBody>
          <a:bodyPr/>
          <a:lstStyle/>
          <a:p>
            <a:r>
              <a:rPr lang="en-US" dirty="0"/>
              <a:t>Prokaryotes reproduce quickly by binary fission and can divide </a:t>
            </a:r>
          </a:p>
          <a:p>
            <a:r>
              <a:rPr lang="en-US" dirty="0"/>
              <a:t>Some species can replicate </a:t>
            </a:r>
          </a:p>
          <a:p>
            <a:r>
              <a:rPr lang="en-US" dirty="0"/>
              <a:t>Early medical </a:t>
            </a:r>
          </a:p>
          <a:p>
            <a:r>
              <a:rPr lang="en-US" dirty="0"/>
              <a:t>Key features of prokaryote biology:</a:t>
            </a:r>
          </a:p>
          <a:p>
            <a:pPr lvl="1"/>
            <a:r>
              <a:rPr lang="en-US" dirty="0"/>
              <a:t>They are </a:t>
            </a:r>
          </a:p>
          <a:p>
            <a:pPr lvl="1"/>
            <a:r>
              <a:rPr lang="en-US" dirty="0"/>
              <a:t>They reproduce by </a:t>
            </a:r>
          </a:p>
          <a:p>
            <a:pPr lvl="1"/>
            <a:r>
              <a:rPr lang="en-US" dirty="0"/>
              <a:t>They have </a:t>
            </a:r>
          </a:p>
        </p:txBody>
      </p:sp>
    </p:spTree>
    <p:extLst>
      <p:ext uri="{BB962C8B-B14F-4D97-AF65-F5344CB8AC3E}">
        <p14:creationId xmlns:p14="http://schemas.microsoft.com/office/powerpoint/2010/main" val="13199698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Rectangle 5"/>
          <p:cNvSpPr>
            <a:spLocks noGrp="1" noChangeArrowheads="1"/>
          </p:cNvSpPr>
          <p:nvPr>
            <p:ph type="title"/>
          </p:nvPr>
        </p:nvSpPr>
        <p:spPr>
          <a:xfrm>
            <a:off x="0" y="0"/>
            <a:ext cx="9144000" cy="1600200"/>
          </a:xfrm>
        </p:spPr>
        <p:txBody>
          <a:bodyPr/>
          <a:lstStyle/>
          <a:p>
            <a:r>
              <a:rPr lang="en-US" dirty="0">
                <a:solidFill>
                  <a:srgbClr val="FF0000"/>
                </a:solidFill>
              </a:rPr>
              <a:t>Concept 27.2: Rapid reproduction, mutation, and genetic recombination promote genetic diversity in prokaryotes</a:t>
            </a:r>
          </a:p>
        </p:txBody>
      </p:sp>
      <p:sp>
        <p:nvSpPr>
          <p:cNvPr id="65537" name="Rectangle 2"/>
          <p:cNvSpPr>
            <a:spLocks noGrp="1" noChangeArrowheads="1"/>
          </p:cNvSpPr>
          <p:nvPr>
            <p:ph idx="1"/>
          </p:nvPr>
        </p:nvSpPr>
        <p:spPr/>
        <p:txBody>
          <a:bodyPr/>
          <a:lstStyle/>
          <a:p>
            <a:r>
              <a:rPr lang="en-US" dirty="0"/>
              <a:t>Diversity within and among the </a:t>
            </a:r>
          </a:p>
          <a:p>
            <a:endParaRPr lang="en-US" dirty="0"/>
          </a:p>
          <a:p>
            <a:r>
              <a:rPr lang="en-US" dirty="0"/>
              <a:t>Even with small genomes and </a:t>
            </a:r>
          </a:p>
          <a:p>
            <a:endParaRPr lang="en-US" dirty="0"/>
          </a:p>
          <a:p>
            <a:r>
              <a:rPr lang="en-US" dirty="0"/>
              <a:t>Three factors contribute to this genetic diversity:</a:t>
            </a:r>
          </a:p>
          <a:p>
            <a:pPr marL="971550" lvl="1" indent="-514350">
              <a:buFont typeface="+mj-lt"/>
              <a:buAutoNum type="arabicPeriod"/>
            </a:pPr>
            <a:r>
              <a:rPr lang="en-US" dirty="0"/>
              <a:t> </a:t>
            </a:r>
          </a:p>
          <a:p>
            <a:pPr marL="971550" lvl="1" indent="-514350">
              <a:buFont typeface="+mj-lt"/>
              <a:buAutoNum type="arabicPeriod"/>
            </a:pPr>
            <a:r>
              <a:rPr lang="en-US" dirty="0"/>
              <a:t> </a:t>
            </a:r>
          </a:p>
          <a:p>
            <a:pPr marL="971550" lvl="1" indent="-514350">
              <a:buFont typeface="+mj-lt"/>
              <a:buAutoNum type="arabicPeriod"/>
            </a:pPr>
            <a:r>
              <a:rPr lang="en-US" dirty="0"/>
              <a:t> </a:t>
            </a:r>
          </a:p>
        </p:txBody>
      </p:sp>
    </p:spTree>
    <p:extLst>
      <p:ext uri="{BB962C8B-B14F-4D97-AF65-F5344CB8AC3E}">
        <p14:creationId xmlns:p14="http://schemas.microsoft.com/office/powerpoint/2010/main" val="27553121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2"/>
          <p:cNvSpPr>
            <a:spLocks noGrp="1" noChangeArrowheads="1"/>
          </p:cNvSpPr>
          <p:nvPr>
            <p:ph type="title"/>
          </p:nvPr>
        </p:nvSpPr>
        <p:spPr/>
        <p:txBody>
          <a:bodyPr/>
          <a:lstStyle/>
          <a:p>
            <a:r>
              <a:rPr lang="en-US" dirty="0"/>
              <a:t>Rapid Reproduction and Mutation</a:t>
            </a:r>
          </a:p>
        </p:txBody>
      </p:sp>
      <p:sp>
        <p:nvSpPr>
          <p:cNvPr id="67586" name="Rectangle 3"/>
          <p:cNvSpPr>
            <a:spLocks noGrp="1" noChangeArrowheads="1"/>
          </p:cNvSpPr>
          <p:nvPr>
            <p:ph idx="1"/>
          </p:nvPr>
        </p:nvSpPr>
        <p:spPr/>
        <p:txBody>
          <a:bodyPr/>
          <a:lstStyle/>
          <a:p>
            <a:r>
              <a:rPr lang="en-US" dirty="0"/>
              <a:t>Prokaryotes reproduce </a:t>
            </a:r>
          </a:p>
          <a:p>
            <a:endParaRPr lang="en-US" dirty="0"/>
          </a:p>
          <a:p>
            <a:pPr lvl="1"/>
            <a:r>
              <a:rPr lang="en-US" dirty="0"/>
              <a:t>EX: </a:t>
            </a:r>
            <a:r>
              <a:rPr lang="en-US" i="1" dirty="0"/>
              <a:t>Escherichia coli </a:t>
            </a:r>
            <a:r>
              <a:rPr lang="en-US" dirty="0"/>
              <a:t>cells reproduce using </a:t>
            </a:r>
          </a:p>
          <a:p>
            <a:pPr lvl="1"/>
            <a:endParaRPr lang="en-US" dirty="0"/>
          </a:p>
          <a:p>
            <a:pPr lvl="1"/>
            <a:r>
              <a:rPr lang="en-US" dirty="0"/>
              <a:t>Mutation rates are low, but mutations accumulate rapidly because generation times are </a:t>
            </a:r>
          </a:p>
          <a:p>
            <a:pPr lvl="1"/>
            <a:endParaRPr lang="en-US" dirty="0"/>
          </a:p>
          <a:p>
            <a:r>
              <a:rPr lang="en-US" dirty="0"/>
              <a:t>Prokaryotes have simpler cells than eukaryotes, but their rapid adaptation to </a:t>
            </a:r>
          </a:p>
        </p:txBody>
      </p:sp>
    </p:spTree>
    <p:extLst>
      <p:ext uri="{BB962C8B-B14F-4D97-AF65-F5344CB8AC3E}">
        <p14:creationId xmlns:p14="http://schemas.microsoft.com/office/powerpoint/2010/main" val="27059380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2"/>
          <p:cNvSpPr>
            <a:spLocks noGrp="1" noChangeArrowheads="1"/>
          </p:cNvSpPr>
          <p:nvPr>
            <p:ph type="title"/>
          </p:nvPr>
        </p:nvSpPr>
        <p:spPr/>
        <p:txBody>
          <a:bodyPr/>
          <a:lstStyle/>
          <a:p>
            <a:r>
              <a:rPr lang="en-US" dirty="0"/>
              <a:t>Genetic Recombination</a:t>
            </a:r>
          </a:p>
        </p:txBody>
      </p:sp>
      <p:sp>
        <p:nvSpPr>
          <p:cNvPr id="71682" name="Rectangle 3"/>
          <p:cNvSpPr>
            <a:spLocks noGrp="1" noChangeArrowheads="1"/>
          </p:cNvSpPr>
          <p:nvPr>
            <p:ph idx="1"/>
          </p:nvPr>
        </p:nvSpPr>
        <p:spPr>
          <a:xfrm>
            <a:off x="106680" y="838200"/>
            <a:ext cx="8808720" cy="6019800"/>
          </a:xfrm>
        </p:spPr>
        <p:txBody>
          <a:bodyPr/>
          <a:lstStyle/>
          <a:p>
            <a:r>
              <a:rPr lang="en-US" dirty="0"/>
              <a:t>Genetic recombination, the combining of DNA from two </a:t>
            </a:r>
          </a:p>
          <a:p>
            <a:r>
              <a:rPr lang="en-US" dirty="0"/>
              <a:t>Movement of genes among individuals from different species is </a:t>
            </a:r>
          </a:p>
          <a:p>
            <a:r>
              <a:rPr lang="en-US" dirty="0"/>
              <a:t>A prokaryotic cell can take up and incorporate foreign DNA from the surrounding </a:t>
            </a:r>
          </a:p>
          <a:p>
            <a:endParaRPr lang="en-US" b="1" dirty="0"/>
          </a:p>
          <a:p>
            <a:r>
              <a:rPr lang="en-US" b="1" dirty="0"/>
              <a:t>Transduction</a:t>
            </a:r>
            <a:r>
              <a:rPr lang="en-US" dirty="0"/>
              <a:t> is the movement of genes between bacteria by </a:t>
            </a:r>
          </a:p>
        </p:txBody>
      </p:sp>
    </p:spTree>
    <p:extLst>
      <p:ext uri="{BB962C8B-B14F-4D97-AF65-F5344CB8AC3E}">
        <p14:creationId xmlns:p14="http://schemas.microsoft.com/office/powerpoint/2010/main" val="7676806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2"/>
          <p:cNvSpPr>
            <a:spLocks noGrp="1" noChangeArrowheads="1"/>
          </p:cNvSpPr>
          <p:nvPr>
            <p:ph type="title"/>
          </p:nvPr>
        </p:nvSpPr>
        <p:spPr/>
        <p:txBody>
          <a:bodyPr/>
          <a:lstStyle/>
          <a:p>
            <a:r>
              <a:rPr lang="en-US" dirty="0"/>
              <a:t>Conjugation and Plasmids</a:t>
            </a:r>
          </a:p>
        </p:txBody>
      </p:sp>
      <p:sp>
        <p:nvSpPr>
          <p:cNvPr id="77826" name="Rectangle 3"/>
          <p:cNvSpPr>
            <a:spLocks noGrp="1" noChangeArrowheads="1"/>
          </p:cNvSpPr>
          <p:nvPr>
            <p:ph idx="1"/>
          </p:nvPr>
        </p:nvSpPr>
        <p:spPr>
          <a:xfrm>
            <a:off x="152400" y="640080"/>
            <a:ext cx="8839199" cy="4084320"/>
          </a:xfrm>
        </p:spPr>
        <p:txBody>
          <a:bodyPr/>
          <a:lstStyle/>
          <a:p>
            <a:r>
              <a:rPr lang="en-US" b="1" dirty="0"/>
              <a:t>Conjugation </a:t>
            </a:r>
            <a:r>
              <a:rPr lang="en-US" dirty="0"/>
              <a:t>is the process where genetic material is </a:t>
            </a:r>
          </a:p>
          <a:p>
            <a:r>
              <a:rPr lang="en-US" dirty="0"/>
              <a:t>In bacteria, the </a:t>
            </a:r>
          </a:p>
          <a:p>
            <a:r>
              <a:rPr lang="en-US" dirty="0"/>
              <a:t>A donor cell attaches to a recipient by a </a:t>
            </a:r>
            <a:r>
              <a:rPr lang="en-US" b="1" dirty="0"/>
              <a:t>pilus</a:t>
            </a:r>
            <a:r>
              <a:rPr lang="en-US" dirty="0"/>
              <a:t> and transfers DNA through a structure called </a:t>
            </a:r>
          </a:p>
          <a:p>
            <a:endParaRPr lang="en-US" dirty="0"/>
          </a:p>
          <a:p>
            <a:r>
              <a:rPr lang="en-US" dirty="0"/>
              <a:t>A piece of DNA called </a:t>
            </a:r>
          </a:p>
        </p:txBody>
      </p:sp>
      <p:pic>
        <p:nvPicPr>
          <p:cNvPr id="5" name="Picture 4"/>
          <p:cNvPicPr>
            <a:picLocks noChangeAspect="1"/>
          </p:cNvPicPr>
          <p:nvPr/>
        </p:nvPicPr>
        <p:blipFill>
          <a:blip r:embed="rId3"/>
          <a:stretch>
            <a:fillRect/>
          </a:stretch>
        </p:blipFill>
        <p:spPr>
          <a:xfrm>
            <a:off x="2309811" y="4523936"/>
            <a:ext cx="4524375" cy="2247900"/>
          </a:xfrm>
          <a:prstGeom prst="rect">
            <a:avLst/>
          </a:prstGeom>
        </p:spPr>
      </p:pic>
    </p:spTree>
    <p:extLst>
      <p:ext uri="{BB962C8B-B14F-4D97-AF65-F5344CB8AC3E}">
        <p14:creationId xmlns:p14="http://schemas.microsoft.com/office/powerpoint/2010/main" val="8712321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58" y="0"/>
            <a:ext cx="9144000" cy="600164"/>
          </a:xfrm>
        </p:spPr>
        <p:txBody>
          <a:bodyPr/>
          <a:lstStyle/>
          <a:p>
            <a:r>
              <a:rPr lang="en-US" dirty="0">
                <a:solidFill>
                  <a:schemeClr val="bg1"/>
                </a:solidFill>
              </a:rPr>
              <a:t>19</a:t>
            </a:r>
          </a:p>
        </p:txBody>
      </p:sp>
      <p:sp>
        <p:nvSpPr>
          <p:cNvPr id="81922" name="Rectangle 3"/>
          <p:cNvSpPr>
            <a:spLocks noGrp="1" noChangeArrowheads="1"/>
          </p:cNvSpPr>
          <p:nvPr>
            <p:ph idx="4294967295"/>
          </p:nvPr>
        </p:nvSpPr>
        <p:spPr>
          <a:xfrm>
            <a:off x="152400" y="533400"/>
            <a:ext cx="8991600" cy="6261100"/>
          </a:xfrm>
        </p:spPr>
        <p:txBody>
          <a:bodyPr/>
          <a:lstStyle/>
          <a:p>
            <a:r>
              <a:rPr lang="en-US" dirty="0"/>
              <a:t>Cells </a:t>
            </a:r>
            <a:r>
              <a:rPr lang="en-US" b="1" dirty="0">
                <a:solidFill>
                  <a:srgbClr val="00B050"/>
                </a:solidFill>
              </a:rPr>
              <a:t>containing</a:t>
            </a:r>
            <a:r>
              <a:rPr lang="en-US" dirty="0"/>
              <a:t> the </a:t>
            </a:r>
            <a:r>
              <a:rPr lang="en-US" b="1" dirty="0"/>
              <a:t>F plasmid </a:t>
            </a:r>
            <a:r>
              <a:rPr lang="en-US" dirty="0"/>
              <a:t>function as DNA </a:t>
            </a:r>
            <a:r>
              <a:rPr lang="en-US" b="1" i="1" dirty="0">
                <a:solidFill>
                  <a:srgbClr val="00B050"/>
                </a:solidFill>
              </a:rPr>
              <a:t>donors</a:t>
            </a:r>
            <a:r>
              <a:rPr lang="en-US" dirty="0"/>
              <a:t> during </a:t>
            </a:r>
          </a:p>
          <a:p>
            <a:r>
              <a:rPr lang="en-US" dirty="0"/>
              <a:t>Cells </a:t>
            </a:r>
            <a:r>
              <a:rPr lang="en-US" b="1" dirty="0">
                <a:solidFill>
                  <a:srgbClr val="FF0000"/>
                </a:solidFill>
              </a:rPr>
              <a:t>without</a:t>
            </a:r>
            <a:r>
              <a:rPr lang="en-US" dirty="0"/>
              <a:t> the F factor function as DNA </a:t>
            </a:r>
            <a:r>
              <a:rPr lang="en-US" b="1" i="1" dirty="0">
                <a:solidFill>
                  <a:srgbClr val="FF0000"/>
                </a:solidFill>
              </a:rPr>
              <a:t>recipients</a:t>
            </a:r>
            <a:r>
              <a:rPr lang="en-US" dirty="0"/>
              <a:t> during </a:t>
            </a:r>
          </a:p>
          <a:p>
            <a:r>
              <a:rPr lang="en-US" dirty="0"/>
              <a:t>The F factor is </a:t>
            </a:r>
          </a:p>
          <a:p>
            <a:r>
              <a:rPr lang="en-US" dirty="0"/>
              <a:t>Provided some of the F plasmid’s DNA is transferred, the </a:t>
            </a:r>
          </a:p>
          <a:p>
            <a:r>
              <a:rPr lang="en-US" dirty="0"/>
              <a:t>A cell with the F factor built into its chromosome functions as </a:t>
            </a:r>
          </a:p>
          <a:p>
            <a:r>
              <a:rPr lang="en-US" dirty="0"/>
              <a:t>Called </a:t>
            </a:r>
            <a:r>
              <a:rPr lang="en-US" dirty="0" err="1"/>
              <a:t>Hfr</a:t>
            </a:r>
            <a:r>
              <a:rPr lang="en-US" dirty="0"/>
              <a:t> cells (for </a:t>
            </a:r>
            <a:r>
              <a:rPr lang="en-US" b="1" i="1" dirty="0">
                <a:solidFill>
                  <a:srgbClr val="FF0000"/>
                </a:solidFill>
              </a:rPr>
              <a:t>H</a:t>
            </a:r>
            <a:r>
              <a:rPr lang="en-US" dirty="0"/>
              <a:t>igh </a:t>
            </a:r>
            <a:r>
              <a:rPr lang="en-US" b="1" i="1" dirty="0">
                <a:solidFill>
                  <a:srgbClr val="FF0000"/>
                </a:solidFill>
              </a:rPr>
              <a:t>f</a:t>
            </a:r>
            <a:r>
              <a:rPr lang="en-US" dirty="0"/>
              <a:t>requency of </a:t>
            </a:r>
            <a:r>
              <a:rPr lang="en-US" b="1" i="1" dirty="0">
                <a:solidFill>
                  <a:srgbClr val="FF0000"/>
                </a:solidFill>
              </a:rPr>
              <a:t>r</a:t>
            </a:r>
            <a:r>
              <a:rPr lang="en-US" dirty="0"/>
              <a:t>ecombination)</a:t>
            </a:r>
          </a:p>
          <a:p>
            <a:r>
              <a:rPr lang="en-US" dirty="0"/>
              <a:t>The recipient becomes a </a:t>
            </a:r>
          </a:p>
        </p:txBody>
      </p:sp>
      <p:sp>
        <p:nvSpPr>
          <p:cNvPr id="3" name="Rectangle 2"/>
          <p:cNvSpPr txBox="1">
            <a:spLocks noChangeArrowheads="1"/>
          </p:cNvSpPr>
          <p:nvPr/>
        </p:nvSpPr>
        <p:spPr>
          <a:xfrm>
            <a:off x="0" y="0"/>
            <a:ext cx="9144000" cy="646331"/>
          </a:xfrm>
          <a:prstGeom prst="rect">
            <a:avLst/>
          </a:prstGeom>
        </p:spPr>
        <p:txBody>
          <a:bodyPr/>
          <a:lstStyle>
            <a:lvl1pPr marL="0" indent="-450850" algn="l" rtl="0" eaLnBrk="1" fontAlgn="base" hangingPunct="1">
              <a:lnSpc>
                <a:spcPct val="90000"/>
              </a:lnSpc>
              <a:spcBef>
                <a:spcPct val="0"/>
              </a:spcBef>
              <a:spcAft>
                <a:spcPct val="0"/>
              </a:spcAft>
              <a:defRPr sz="3000" b="1">
                <a:solidFill>
                  <a:schemeClr val="tx1"/>
                </a:solidFill>
                <a:latin typeface="Arial"/>
                <a:ea typeface="Arial" panose="020B0604020202020204" pitchFamily="34" charset="0"/>
                <a:cs typeface="Arial"/>
              </a:defRPr>
            </a:lvl1pPr>
            <a:lvl2pPr marL="450850" indent="-450850" algn="l" rtl="0" eaLnBrk="1" fontAlgn="base" hangingPunct="1">
              <a:lnSpc>
                <a:spcPct val="90000"/>
              </a:lnSpc>
              <a:spcBef>
                <a:spcPct val="0"/>
              </a:spcBef>
              <a:spcAft>
                <a:spcPct val="0"/>
              </a:spcAft>
              <a:defRPr sz="3200" b="1">
                <a:solidFill>
                  <a:srgbClr val="9D002D"/>
                </a:solidFill>
                <a:latin typeface="Times New Roman" charset="0"/>
                <a:ea typeface="Geneva" charset="0"/>
                <a:cs typeface="Arial" charset="0"/>
              </a:defRPr>
            </a:lvl2pPr>
            <a:lvl3pPr marL="450850" indent="-450850" algn="l" rtl="0" eaLnBrk="1" fontAlgn="base" hangingPunct="1">
              <a:lnSpc>
                <a:spcPct val="90000"/>
              </a:lnSpc>
              <a:spcBef>
                <a:spcPct val="0"/>
              </a:spcBef>
              <a:spcAft>
                <a:spcPct val="0"/>
              </a:spcAft>
              <a:defRPr sz="3200" b="1">
                <a:solidFill>
                  <a:srgbClr val="9D002D"/>
                </a:solidFill>
                <a:latin typeface="Times New Roman" charset="0"/>
                <a:ea typeface="Geneva" charset="0"/>
                <a:cs typeface="Arial" charset="0"/>
              </a:defRPr>
            </a:lvl3pPr>
            <a:lvl4pPr marL="450850" indent="-450850" algn="l" rtl="0" eaLnBrk="1" fontAlgn="base" hangingPunct="1">
              <a:lnSpc>
                <a:spcPct val="90000"/>
              </a:lnSpc>
              <a:spcBef>
                <a:spcPct val="0"/>
              </a:spcBef>
              <a:spcAft>
                <a:spcPct val="0"/>
              </a:spcAft>
              <a:defRPr sz="3200" b="1">
                <a:solidFill>
                  <a:srgbClr val="9D002D"/>
                </a:solidFill>
                <a:latin typeface="Times New Roman" charset="0"/>
                <a:ea typeface="Geneva" charset="0"/>
                <a:cs typeface="Arial" charset="0"/>
              </a:defRPr>
            </a:lvl4pPr>
            <a:lvl5pPr marL="450850" indent="-450850" algn="l" rtl="0" eaLnBrk="1" fontAlgn="base" hangingPunct="1">
              <a:lnSpc>
                <a:spcPct val="90000"/>
              </a:lnSpc>
              <a:spcBef>
                <a:spcPct val="0"/>
              </a:spcBef>
              <a:spcAft>
                <a:spcPct val="0"/>
              </a:spcAft>
              <a:defRPr sz="3200" b="1">
                <a:solidFill>
                  <a:srgbClr val="9D002D"/>
                </a:solidFill>
                <a:latin typeface="Times New Roman" charset="0"/>
                <a:ea typeface="Geneva" charset="0"/>
                <a:cs typeface="Arial" charset="0"/>
              </a:defRPr>
            </a:lvl5pPr>
            <a:lvl6pPr marL="908050" indent="-450850" algn="l" rtl="0" eaLnBrk="1" fontAlgn="base" hangingPunct="1">
              <a:lnSpc>
                <a:spcPct val="90000"/>
              </a:lnSpc>
              <a:spcBef>
                <a:spcPct val="0"/>
              </a:spcBef>
              <a:spcAft>
                <a:spcPct val="0"/>
              </a:spcAft>
              <a:defRPr sz="3000" b="1">
                <a:solidFill>
                  <a:schemeClr val="tx2"/>
                </a:solidFill>
                <a:latin typeface="Times New Roman" charset="0"/>
                <a:ea typeface="Arial" charset="0"/>
                <a:cs typeface="Arial" charset="0"/>
              </a:defRPr>
            </a:lvl6pPr>
            <a:lvl7pPr marL="1365250" indent="-450850" algn="l" rtl="0" eaLnBrk="1" fontAlgn="base" hangingPunct="1">
              <a:lnSpc>
                <a:spcPct val="90000"/>
              </a:lnSpc>
              <a:spcBef>
                <a:spcPct val="0"/>
              </a:spcBef>
              <a:spcAft>
                <a:spcPct val="0"/>
              </a:spcAft>
              <a:defRPr sz="3000" b="1">
                <a:solidFill>
                  <a:schemeClr val="tx2"/>
                </a:solidFill>
                <a:latin typeface="Times New Roman" charset="0"/>
                <a:ea typeface="Arial" charset="0"/>
                <a:cs typeface="Arial" charset="0"/>
              </a:defRPr>
            </a:lvl7pPr>
            <a:lvl8pPr marL="1822450" indent="-450850" algn="l" rtl="0" eaLnBrk="1" fontAlgn="base" hangingPunct="1">
              <a:lnSpc>
                <a:spcPct val="90000"/>
              </a:lnSpc>
              <a:spcBef>
                <a:spcPct val="0"/>
              </a:spcBef>
              <a:spcAft>
                <a:spcPct val="0"/>
              </a:spcAft>
              <a:defRPr sz="3000" b="1">
                <a:solidFill>
                  <a:schemeClr val="tx2"/>
                </a:solidFill>
                <a:latin typeface="Times New Roman" charset="0"/>
                <a:ea typeface="Arial" charset="0"/>
                <a:cs typeface="Arial" charset="0"/>
              </a:defRPr>
            </a:lvl8pPr>
            <a:lvl9pPr marL="2279650" indent="-450850" algn="l" rtl="0" eaLnBrk="1" fontAlgn="base" hangingPunct="1">
              <a:lnSpc>
                <a:spcPct val="90000"/>
              </a:lnSpc>
              <a:spcBef>
                <a:spcPct val="0"/>
              </a:spcBef>
              <a:spcAft>
                <a:spcPct val="0"/>
              </a:spcAft>
              <a:defRPr sz="3000" b="1">
                <a:solidFill>
                  <a:schemeClr val="tx2"/>
                </a:solidFill>
                <a:latin typeface="Times New Roman" charset="0"/>
                <a:ea typeface="Arial" charset="0"/>
                <a:cs typeface="Arial" charset="0"/>
              </a:defRPr>
            </a:lvl9pPr>
          </a:lstStyle>
          <a:p>
            <a:pPr indent="0"/>
            <a:r>
              <a:rPr lang="en-US" dirty="0"/>
              <a:t>The F Factor as a Plasmid or in the Chromosome</a:t>
            </a:r>
          </a:p>
        </p:txBody>
      </p:sp>
    </p:spTree>
    <p:extLst>
      <p:ext uri="{BB962C8B-B14F-4D97-AF65-F5344CB8AC3E}">
        <p14:creationId xmlns:p14="http://schemas.microsoft.com/office/powerpoint/2010/main" val="10164885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5786"/>
            <a:ext cx="9144000" cy="600164"/>
          </a:xfrm>
        </p:spPr>
        <p:txBody>
          <a:bodyPr/>
          <a:lstStyle/>
          <a:p>
            <a:r>
              <a:rPr lang="en-US" dirty="0">
                <a:solidFill>
                  <a:schemeClr val="bg1"/>
                </a:solidFill>
              </a:rPr>
              <a:t>20</a:t>
            </a:r>
          </a:p>
        </p:txBody>
      </p:sp>
      <p:sp>
        <p:nvSpPr>
          <p:cNvPr id="88066" name="Rectangle 3"/>
          <p:cNvSpPr>
            <a:spLocks noGrp="1" noChangeArrowheads="1"/>
          </p:cNvSpPr>
          <p:nvPr>
            <p:ph idx="4294967295"/>
          </p:nvPr>
        </p:nvSpPr>
        <p:spPr>
          <a:xfrm>
            <a:off x="152400" y="569912"/>
            <a:ext cx="8839200" cy="6211888"/>
          </a:xfrm>
        </p:spPr>
        <p:txBody>
          <a:bodyPr/>
          <a:lstStyle/>
          <a:p>
            <a:r>
              <a:rPr lang="en-US" b="1" dirty="0"/>
              <a:t>R plasmids</a:t>
            </a:r>
            <a:r>
              <a:rPr lang="en-US" dirty="0"/>
              <a:t> carry </a:t>
            </a:r>
          </a:p>
          <a:p>
            <a:r>
              <a:rPr lang="en-US" dirty="0"/>
              <a:t>Antibiotics kill sensitive bacteria, but </a:t>
            </a:r>
            <a:r>
              <a:rPr lang="en-US" b="1" dirty="0"/>
              <a:t>not</a:t>
            </a:r>
            <a:r>
              <a:rPr lang="en-US" dirty="0"/>
              <a:t> bacteria with </a:t>
            </a:r>
          </a:p>
          <a:p>
            <a:r>
              <a:rPr lang="en-US" dirty="0"/>
              <a:t>Through natural selection, the fraction of bacteria with genes for resistance </a:t>
            </a:r>
          </a:p>
          <a:p>
            <a:endParaRPr lang="en-US" dirty="0"/>
          </a:p>
          <a:p>
            <a:r>
              <a:rPr lang="en-US" dirty="0"/>
              <a:t>Many R plasmids have genes that encode pili, making it possible for resistance genes to be transferred </a:t>
            </a:r>
          </a:p>
          <a:p>
            <a:r>
              <a:rPr lang="en-US" dirty="0"/>
              <a:t>Most R plasmids carry </a:t>
            </a:r>
          </a:p>
          <a:p>
            <a:r>
              <a:rPr lang="en-US" dirty="0"/>
              <a:t>Antibiotic-resistant strains of bacteria are becoming more </a:t>
            </a:r>
          </a:p>
        </p:txBody>
      </p:sp>
      <p:sp>
        <p:nvSpPr>
          <p:cNvPr id="3" name="Rectangle 2"/>
          <p:cNvSpPr txBox="1">
            <a:spLocks noChangeArrowheads="1"/>
          </p:cNvSpPr>
          <p:nvPr/>
        </p:nvSpPr>
        <p:spPr>
          <a:xfrm>
            <a:off x="0" y="0"/>
            <a:ext cx="9144000" cy="646331"/>
          </a:xfrm>
          <a:prstGeom prst="rect">
            <a:avLst/>
          </a:prstGeom>
        </p:spPr>
        <p:txBody>
          <a:bodyPr/>
          <a:lstStyle>
            <a:lvl1pPr marL="0" indent="-450850" algn="l" rtl="0" eaLnBrk="1" fontAlgn="base" hangingPunct="1">
              <a:lnSpc>
                <a:spcPct val="90000"/>
              </a:lnSpc>
              <a:spcBef>
                <a:spcPct val="0"/>
              </a:spcBef>
              <a:spcAft>
                <a:spcPct val="0"/>
              </a:spcAft>
              <a:defRPr sz="3000" b="1">
                <a:solidFill>
                  <a:schemeClr val="tx1"/>
                </a:solidFill>
                <a:latin typeface="Arial"/>
                <a:ea typeface="Arial" panose="020B0604020202020204" pitchFamily="34" charset="0"/>
                <a:cs typeface="Arial"/>
              </a:defRPr>
            </a:lvl1pPr>
            <a:lvl2pPr marL="450850" indent="-450850" algn="l" rtl="0" eaLnBrk="1" fontAlgn="base" hangingPunct="1">
              <a:lnSpc>
                <a:spcPct val="90000"/>
              </a:lnSpc>
              <a:spcBef>
                <a:spcPct val="0"/>
              </a:spcBef>
              <a:spcAft>
                <a:spcPct val="0"/>
              </a:spcAft>
              <a:defRPr sz="3200" b="1">
                <a:solidFill>
                  <a:srgbClr val="9D002D"/>
                </a:solidFill>
                <a:latin typeface="Times New Roman" charset="0"/>
                <a:ea typeface="Geneva" charset="0"/>
                <a:cs typeface="Arial" charset="0"/>
              </a:defRPr>
            </a:lvl2pPr>
            <a:lvl3pPr marL="450850" indent="-450850" algn="l" rtl="0" eaLnBrk="1" fontAlgn="base" hangingPunct="1">
              <a:lnSpc>
                <a:spcPct val="90000"/>
              </a:lnSpc>
              <a:spcBef>
                <a:spcPct val="0"/>
              </a:spcBef>
              <a:spcAft>
                <a:spcPct val="0"/>
              </a:spcAft>
              <a:defRPr sz="3200" b="1">
                <a:solidFill>
                  <a:srgbClr val="9D002D"/>
                </a:solidFill>
                <a:latin typeface="Times New Roman" charset="0"/>
                <a:ea typeface="Geneva" charset="0"/>
                <a:cs typeface="Arial" charset="0"/>
              </a:defRPr>
            </a:lvl3pPr>
            <a:lvl4pPr marL="450850" indent="-450850" algn="l" rtl="0" eaLnBrk="1" fontAlgn="base" hangingPunct="1">
              <a:lnSpc>
                <a:spcPct val="90000"/>
              </a:lnSpc>
              <a:spcBef>
                <a:spcPct val="0"/>
              </a:spcBef>
              <a:spcAft>
                <a:spcPct val="0"/>
              </a:spcAft>
              <a:defRPr sz="3200" b="1">
                <a:solidFill>
                  <a:srgbClr val="9D002D"/>
                </a:solidFill>
                <a:latin typeface="Times New Roman" charset="0"/>
                <a:ea typeface="Geneva" charset="0"/>
                <a:cs typeface="Arial" charset="0"/>
              </a:defRPr>
            </a:lvl4pPr>
            <a:lvl5pPr marL="450850" indent="-450850" algn="l" rtl="0" eaLnBrk="1" fontAlgn="base" hangingPunct="1">
              <a:lnSpc>
                <a:spcPct val="90000"/>
              </a:lnSpc>
              <a:spcBef>
                <a:spcPct val="0"/>
              </a:spcBef>
              <a:spcAft>
                <a:spcPct val="0"/>
              </a:spcAft>
              <a:defRPr sz="3200" b="1">
                <a:solidFill>
                  <a:srgbClr val="9D002D"/>
                </a:solidFill>
                <a:latin typeface="Times New Roman" charset="0"/>
                <a:ea typeface="Geneva" charset="0"/>
                <a:cs typeface="Arial" charset="0"/>
              </a:defRPr>
            </a:lvl5pPr>
            <a:lvl6pPr marL="908050" indent="-450850" algn="l" rtl="0" eaLnBrk="1" fontAlgn="base" hangingPunct="1">
              <a:lnSpc>
                <a:spcPct val="90000"/>
              </a:lnSpc>
              <a:spcBef>
                <a:spcPct val="0"/>
              </a:spcBef>
              <a:spcAft>
                <a:spcPct val="0"/>
              </a:spcAft>
              <a:defRPr sz="3000" b="1">
                <a:solidFill>
                  <a:schemeClr val="tx2"/>
                </a:solidFill>
                <a:latin typeface="Times New Roman" charset="0"/>
                <a:ea typeface="Arial" charset="0"/>
                <a:cs typeface="Arial" charset="0"/>
              </a:defRPr>
            </a:lvl6pPr>
            <a:lvl7pPr marL="1365250" indent="-450850" algn="l" rtl="0" eaLnBrk="1" fontAlgn="base" hangingPunct="1">
              <a:lnSpc>
                <a:spcPct val="90000"/>
              </a:lnSpc>
              <a:spcBef>
                <a:spcPct val="0"/>
              </a:spcBef>
              <a:spcAft>
                <a:spcPct val="0"/>
              </a:spcAft>
              <a:defRPr sz="3000" b="1">
                <a:solidFill>
                  <a:schemeClr val="tx2"/>
                </a:solidFill>
                <a:latin typeface="Times New Roman" charset="0"/>
                <a:ea typeface="Arial" charset="0"/>
                <a:cs typeface="Arial" charset="0"/>
              </a:defRPr>
            </a:lvl7pPr>
            <a:lvl8pPr marL="1822450" indent="-450850" algn="l" rtl="0" eaLnBrk="1" fontAlgn="base" hangingPunct="1">
              <a:lnSpc>
                <a:spcPct val="90000"/>
              </a:lnSpc>
              <a:spcBef>
                <a:spcPct val="0"/>
              </a:spcBef>
              <a:spcAft>
                <a:spcPct val="0"/>
              </a:spcAft>
              <a:defRPr sz="3000" b="1">
                <a:solidFill>
                  <a:schemeClr val="tx2"/>
                </a:solidFill>
                <a:latin typeface="Times New Roman" charset="0"/>
                <a:ea typeface="Arial" charset="0"/>
                <a:cs typeface="Arial" charset="0"/>
              </a:defRPr>
            </a:lvl8pPr>
            <a:lvl9pPr marL="2279650" indent="-450850" algn="l" rtl="0" eaLnBrk="1" fontAlgn="base" hangingPunct="1">
              <a:lnSpc>
                <a:spcPct val="90000"/>
              </a:lnSpc>
              <a:spcBef>
                <a:spcPct val="0"/>
              </a:spcBef>
              <a:spcAft>
                <a:spcPct val="0"/>
              </a:spcAft>
              <a:defRPr sz="3000" b="1">
                <a:solidFill>
                  <a:schemeClr val="tx2"/>
                </a:solidFill>
                <a:latin typeface="Times New Roman" charset="0"/>
                <a:ea typeface="Arial" charset="0"/>
                <a:cs typeface="Arial" charset="0"/>
              </a:defRPr>
            </a:lvl9pPr>
          </a:lstStyle>
          <a:p>
            <a:pPr indent="0"/>
            <a:r>
              <a:rPr lang="en-US" dirty="0"/>
              <a:t>R Plasmids and Antibiotic Resistance (</a:t>
            </a:r>
            <a:r>
              <a:rPr lang="en-US" dirty="0">
                <a:hlinkClick r:id="rId3"/>
              </a:rPr>
              <a:t>Article</a:t>
            </a:r>
            <a:r>
              <a:rPr lang="en-US" dirty="0"/>
              <a:t>)</a:t>
            </a:r>
          </a:p>
        </p:txBody>
      </p:sp>
    </p:spTree>
    <p:extLst>
      <p:ext uri="{BB962C8B-B14F-4D97-AF65-F5344CB8AC3E}">
        <p14:creationId xmlns:p14="http://schemas.microsoft.com/office/powerpoint/2010/main" val="29337981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Rectangle 2"/>
          <p:cNvSpPr>
            <a:spLocks noGrp="1" noChangeArrowheads="1"/>
          </p:cNvSpPr>
          <p:nvPr>
            <p:ph type="title"/>
          </p:nvPr>
        </p:nvSpPr>
        <p:spPr>
          <a:xfrm>
            <a:off x="0" y="0"/>
            <a:ext cx="9144000" cy="1107996"/>
          </a:xfrm>
        </p:spPr>
        <p:txBody>
          <a:bodyPr/>
          <a:lstStyle/>
          <a:p>
            <a:r>
              <a:rPr lang="en-US" dirty="0">
                <a:solidFill>
                  <a:srgbClr val="FF0000"/>
                </a:solidFill>
              </a:rPr>
              <a:t>Concept 27.3: Diverse nutritional and metabolic adaptations have evolved in prokaryotes</a:t>
            </a:r>
          </a:p>
        </p:txBody>
      </p:sp>
      <p:sp>
        <p:nvSpPr>
          <p:cNvPr id="90114" name="Rectangle 3"/>
          <p:cNvSpPr>
            <a:spLocks noGrp="1" noChangeArrowheads="1"/>
          </p:cNvSpPr>
          <p:nvPr>
            <p:ph idx="1"/>
          </p:nvPr>
        </p:nvSpPr>
        <p:spPr>
          <a:xfrm>
            <a:off x="0" y="990600"/>
            <a:ext cx="9144000" cy="5867400"/>
          </a:xfrm>
        </p:spPr>
        <p:txBody>
          <a:bodyPr/>
          <a:lstStyle/>
          <a:p>
            <a:r>
              <a:rPr lang="en-US" dirty="0"/>
              <a:t>Prokaryotes can be categorized by how they obtain energy and </a:t>
            </a:r>
          </a:p>
          <a:p>
            <a:pPr marL="971550" lvl="1" indent="-514350">
              <a:buFont typeface="+mj-lt"/>
              <a:buAutoNum type="arabicPeriod"/>
            </a:pPr>
            <a:r>
              <a:rPr lang="en-US" sz="2500" b="1" dirty="0"/>
              <a:t>Photoautotrophs</a:t>
            </a:r>
            <a:r>
              <a:rPr lang="en-US" sz="2500" dirty="0"/>
              <a:t>: energy source is LIGHT; carbon source is CO</a:t>
            </a:r>
            <a:r>
              <a:rPr lang="en-US" sz="2500" baseline="-25000" dirty="0"/>
              <a:t>2</a:t>
            </a:r>
            <a:r>
              <a:rPr lang="en-US" sz="2500" dirty="0"/>
              <a:t>, HCO</a:t>
            </a:r>
            <a:r>
              <a:rPr lang="en-US" sz="2500" baseline="-25000" dirty="0"/>
              <a:t>3</a:t>
            </a:r>
            <a:r>
              <a:rPr lang="en-US" sz="2500" baseline="30000" dirty="0"/>
              <a:t>-</a:t>
            </a:r>
            <a:r>
              <a:rPr lang="en-US" sz="2500" dirty="0"/>
              <a:t>; </a:t>
            </a:r>
          </a:p>
          <a:p>
            <a:pPr marL="971550" lvl="1" indent="-514350">
              <a:buFont typeface="+mj-lt"/>
              <a:buAutoNum type="arabicPeriod"/>
            </a:pPr>
            <a:r>
              <a:rPr lang="en-US" sz="2500" b="1" dirty="0"/>
              <a:t>Chemoautotrophs</a:t>
            </a:r>
            <a:r>
              <a:rPr lang="en-US" sz="2500" dirty="0"/>
              <a:t>: energy source is INORGANIC COMPOUNDS (H</a:t>
            </a:r>
            <a:r>
              <a:rPr lang="en-US" sz="2500" baseline="-25000" dirty="0"/>
              <a:t>2</a:t>
            </a:r>
            <a:r>
              <a:rPr lang="en-US" sz="2500" dirty="0"/>
              <a:t>S, NH</a:t>
            </a:r>
            <a:r>
              <a:rPr lang="en-US" sz="2500" baseline="-25000" dirty="0"/>
              <a:t>3</a:t>
            </a:r>
            <a:r>
              <a:rPr lang="en-US" sz="2500" dirty="0"/>
              <a:t>, Fe</a:t>
            </a:r>
            <a:r>
              <a:rPr lang="en-US" sz="2500" baseline="30000" dirty="0"/>
              <a:t>2+)</a:t>
            </a:r>
            <a:r>
              <a:rPr lang="en-US" sz="2500" dirty="0"/>
              <a:t>; carbon source is CO</a:t>
            </a:r>
            <a:r>
              <a:rPr lang="en-US" sz="2500" baseline="-25000" dirty="0"/>
              <a:t>2</a:t>
            </a:r>
            <a:r>
              <a:rPr lang="en-US" sz="2500" dirty="0"/>
              <a:t>, HCO</a:t>
            </a:r>
            <a:r>
              <a:rPr lang="en-US" sz="2500" baseline="-25000" dirty="0"/>
              <a:t>3</a:t>
            </a:r>
            <a:r>
              <a:rPr lang="en-US" sz="2500" baseline="30000" dirty="0"/>
              <a:t>-</a:t>
            </a:r>
            <a:r>
              <a:rPr lang="en-US" sz="2500" dirty="0"/>
              <a:t>; </a:t>
            </a:r>
            <a:r>
              <a:rPr lang="en-US" sz="2500" i="1" dirty="0" err="1"/>
              <a:t>Sulfolobus</a:t>
            </a:r>
            <a:r>
              <a:rPr lang="en-US" sz="2500" i="1" dirty="0"/>
              <a:t> </a:t>
            </a:r>
            <a:r>
              <a:rPr lang="en-US" sz="2500" dirty="0"/>
              <a:t>(</a:t>
            </a:r>
            <a:endParaRPr lang="en-US" sz="2500" i="1" baseline="30000" dirty="0"/>
          </a:p>
          <a:p>
            <a:pPr marL="971550" lvl="1" indent="-514350">
              <a:buFont typeface="+mj-lt"/>
              <a:buAutoNum type="arabicPeriod"/>
            </a:pPr>
            <a:r>
              <a:rPr lang="en-US" sz="2500" b="1" dirty="0" err="1"/>
              <a:t>Photoheterotrophs</a:t>
            </a:r>
            <a:r>
              <a:rPr lang="en-US" sz="2500" dirty="0"/>
              <a:t>: energy source is LIGHT; carbon source is organic compounds; </a:t>
            </a:r>
            <a:r>
              <a:rPr lang="en-US" sz="2500" i="1" dirty="0" err="1"/>
              <a:t>Rhodobacter</a:t>
            </a:r>
            <a:r>
              <a:rPr lang="en-US" sz="2500" dirty="0"/>
              <a:t> (</a:t>
            </a:r>
          </a:p>
          <a:p>
            <a:pPr marL="971550" lvl="1" indent="-514350">
              <a:buFont typeface="+mj-lt"/>
              <a:buAutoNum type="arabicPeriod"/>
            </a:pPr>
            <a:endParaRPr lang="en-US" sz="2500" dirty="0"/>
          </a:p>
          <a:p>
            <a:pPr marL="971550" lvl="1" indent="-514350">
              <a:buFont typeface="+mj-lt"/>
              <a:buAutoNum type="arabicPeriod"/>
            </a:pPr>
            <a:r>
              <a:rPr lang="en-US" sz="2500" b="1" dirty="0" err="1"/>
              <a:t>Chemoheterotrophs</a:t>
            </a:r>
            <a:r>
              <a:rPr lang="en-US" sz="2500" dirty="0"/>
              <a:t>: energy source is ORGANIC COMPOUNDS; carbon source is organic compounds; </a:t>
            </a:r>
            <a:r>
              <a:rPr lang="en-US" sz="2500" i="1" dirty="0"/>
              <a:t>Clostridium</a:t>
            </a:r>
            <a:r>
              <a:rPr lang="en-US" sz="2500" dirty="0"/>
              <a:t> (</a:t>
            </a:r>
            <a:endParaRPr lang="en-US" dirty="0"/>
          </a:p>
        </p:txBody>
      </p:sp>
    </p:spTree>
    <p:extLst>
      <p:ext uri="{BB962C8B-B14F-4D97-AF65-F5344CB8AC3E}">
        <p14:creationId xmlns:p14="http://schemas.microsoft.com/office/powerpoint/2010/main" val="7437123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Rectangle 2"/>
          <p:cNvSpPr>
            <a:spLocks noGrp="1" noChangeArrowheads="1"/>
          </p:cNvSpPr>
          <p:nvPr>
            <p:ph type="title"/>
          </p:nvPr>
        </p:nvSpPr>
        <p:spPr/>
        <p:txBody>
          <a:bodyPr/>
          <a:lstStyle/>
          <a:p>
            <a:r>
              <a:rPr lang="en-US" dirty="0"/>
              <a:t>The Role of Oxygen and Nitrogen in Metabolism</a:t>
            </a:r>
          </a:p>
        </p:txBody>
      </p:sp>
      <p:sp>
        <p:nvSpPr>
          <p:cNvPr id="96258" name="Rectangle 3"/>
          <p:cNvSpPr>
            <a:spLocks noGrp="1" noChangeArrowheads="1"/>
          </p:cNvSpPr>
          <p:nvPr>
            <p:ph idx="1"/>
          </p:nvPr>
        </p:nvSpPr>
        <p:spPr>
          <a:xfrm>
            <a:off x="121920" y="707290"/>
            <a:ext cx="8915400" cy="6044030"/>
          </a:xfrm>
        </p:spPr>
        <p:txBody>
          <a:bodyPr/>
          <a:lstStyle/>
          <a:p>
            <a:r>
              <a:rPr lang="en-US" dirty="0"/>
              <a:t>Prokaryotic metabolism varies </a:t>
            </a:r>
            <a:endParaRPr lang="en-US" baseline="-25000" dirty="0"/>
          </a:p>
          <a:p>
            <a:pPr lvl="1"/>
            <a:r>
              <a:rPr lang="en-US" b="1" dirty="0"/>
              <a:t>Obligate aerobes</a:t>
            </a:r>
            <a:r>
              <a:rPr lang="en-US" dirty="0"/>
              <a:t> require O</a:t>
            </a:r>
            <a:r>
              <a:rPr lang="en-US" baseline="-25000" dirty="0"/>
              <a:t>2</a:t>
            </a:r>
            <a:r>
              <a:rPr lang="en-US" dirty="0"/>
              <a:t> for </a:t>
            </a:r>
          </a:p>
          <a:p>
            <a:pPr lvl="1"/>
            <a:r>
              <a:rPr lang="en-US" b="1" dirty="0"/>
              <a:t>Obligate anaerobes</a:t>
            </a:r>
            <a:r>
              <a:rPr lang="en-US" dirty="0"/>
              <a:t> are poisoned by O</a:t>
            </a:r>
            <a:r>
              <a:rPr lang="en-US" baseline="-25000" dirty="0"/>
              <a:t>2</a:t>
            </a:r>
            <a:r>
              <a:rPr lang="en-US" dirty="0"/>
              <a:t> and live by fermentation or use substances other than O</a:t>
            </a:r>
            <a:r>
              <a:rPr lang="en-US" baseline="-25000" dirty="0"/>
              <a:t>2</a:t>
            </a:r>
            <a:r>
              <a:rPr lang="en-US" dirty="0"/>
              <a:t> for </a:t>
            </a:r>
            <a:r>
              <a:rPr lang="en-US" b="1" dirty="0"/>
              <a:t>anaerobic </a:t>
            </a:r>
          </a:p>
          <a:p>
            <a:pPr lvl="1"/>
            <a:r>
              <a:rPr lang="en-US" b="1" dirty="0"/>
              <a:t>Facultative anaerobes</a:t>
            </a:r>
            <a:r>
              <a:rPr lang="en-US" dirty="0"/>
              <a:t> can use O</a:t>
            </a:r>
            <a:r>
              <a:rPr lang="en-US" baseline="-25000" dirty="0"/>
              <a:t>2 </a:t>
            </a:r>
            <a:r>
              <a:rPr lang="en-US" dirty="0"/>
              <a:t>if it is present or carry out </a:t>
            </a:r>
          </a:p>
          <a:p>
            <a:r>
              <a:rPr lang="en-US" dirty="0"/>
              <a:t>Nitrogen is essential for the production of amino acids and </a:t>
            </a:r>
          </a:p>
          <a:p>
            <a:r>
              <a:rPr lang="en-US" dirty="0"/>
              <a:t>Prokaryotes can </a:t>
            </a:r>
          </a:p>
          <a:p>
            <a:pPr lvl="1"/>
            <a:r>
              <a:rPr lang="en-US" dirty="0"/>
              <a:t>EX: some prokaryotes convert nitrogen gas (N</a:t>
            </a:r>
            <a:r>
              <a:rPr lang="en-US" baseline="-25000" dirty="0"/>
              <a:t>2</a:t>
            </a:r>
            <a:r>
              <a:rPr lang="en-US" dirty="0"/>
              <a:t>) to ammonia (NH</a:t>
            </a:r>
            <a:r>
              <a:rPr lang="en-US" baseline="-25000" dirty="0"/>
              <a:t>3</a:t>
            </a:r>
            <a:r>
              <a:rPr lang="en-US" dirty="0"/>
              <a:t>) in a </a:t>
            </a:r>
            <a:endParaRPr lang="en-US" b="1" dirty="0"/>
          </a:p>
        </p:txBody>
      </p:sp>
    </p:spTree>
    <p:extLst>
      <p:ext uri="{BB962C8B-B14F-4D97-AF65-F5344CB8AC3E}">
        <p14:creationId xmlns:p14="http://schemas.microsoft.com/office/powerpoint/2010/main" val="32094202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Rectangle 2"/>
          <p:cNvSpPr>
            <a:spLocks noGrp="1" noChangeArrowheads="1"/>
          </p:cNvSpPr>
          <p:nvPr>
            <p:ph type="title"/>
          </p:nvPr>
        </p:nvSpPr>
        <p:spPr/>
        <p:txBody>
          <a:bodyPr/>
          <a:lstStyle/>
          <a:p>
            <a:r>
              <a:rPr lang="en-US"/>
              <a:t>Metabolic Cooperation</a:t>
            </a:r>
            <a:endParaRPr lang="en-US" dirty="0"/>
          </a:p>
        </p:txBody>
      </p:sp>
      <p:sp>
        <p:nvSpPr>
          <p:cNvPr id="100354" name="Rectangle 3"/>
          <p:cNvSpPr>
            <a:spLocks noGrp="1" noChangeArrowheads="1"/>
          </p:cNvSpPr>
          <p:nvPr>
            <p:ph idx="1"/>
          </p:nvPr>
        </p:nvSpPr>
        <p:spPr>
          <a:xfrm>
            <a:off x="152400" y="646332"/>
            <a:ext cx="8839199" cy="2871402"/>
          </a:xfrm>
        </p:spPr>
        <p:txBody>
          <a:bodyPr/>
          <a:lstStyle/>
          <a:p>
            <a:r>
              <a:rPr lang="en-US" dirty="0"/>
              <a:t>Cooperation between prokaryotes allows them to use environmental resources they </a:t>
            </a:r>
          </a:p>
          <a:p>
            <a:endParaRPr lang="en-US" dirty="0"/>
          </a:p>
          <a:p>
            <a:r>
              <a:rPr lang="en-US" dirty="0"/>
              <a:t>In the cyanobacterium </a:t>
            </a:r>
            <a:r>
              <a:rPr lang="en-US" i="1" dirty="0"/>
              <a:t>Anabaena</a:t>
            </a:r>
            <a:r>
              <a:rPr lang="en-US" dirty="0"/>
              <a:t>, photosynthetic cells and nitrogen-fixing cells called </a:t>
            </a:r>
            <a:r>
              <a:rPr lang="en-US" b="1" dirty="0" err="1"/>
              <a:t>heterocysts</a:t>
            </a:r>
            <a:r>
              <a:rPr lang="en-US" b="1" dirty="0"/>
              <a:t> </a:t>
            </a:r>
            <a:r>
              <a:rPr lang="en-US" dirty="0"/>
              <a:t>(</a:t>
            </a:r>
          </a:p>
        </p:txBody>
      </p:sp>
      <p:pic>
        <p:nvPicPr>
          <p:cNvPr id="2" name="Picture 1" descr="A micrograph shows chains of small photosynthetic cells. Most are identical looking, with a rectangular shape. In the chains are an oval shaped cell labeled a heterocyst. A scale of 20 µm is used for reference.">
            <a:extLst>
              <a:ext uri="{FF2B5EF4-FFF2-40B4-BE49-F238E27FC236}">
                <a16:creationId xmlns:a16="http://schemas.microsoft.com/office/drawing/2014/main" id="{80DA14F6-9D08-480F-B928-2275AB30DDE9}"/>
              </a:ext>
            </a:extLst>
          </p:cNvPr>
          <p:cNvPicPr>
            <a:picLocks noChangeAspect="1"/>
          </p:cNvPicPr>
          <p:nvPr/>
        </p:nvPicPr>
        <p:blipFill>
          <a:blip r:embed="rId3"/>
          <a:stretch>
            <a:fillRect/>
          </a:stretch>
        </p:blipFill>
        <p:spPr>
          <a:xfrm>
            <a:off x="1257299" y="3517733"/>
            <a:ext cx="6629400" cy="3248025"/>
          </a:xfrm>
          <a:prstGeom prst="rect">
            <a:avLst/>
          </a:prstGeom>
        </p:spPr>
      </p:pic>
    </p:spTree>
    <p:extLst>
      <p:ext uri="{BB962C8B-B14F-4D97-AF65-F5344CB8AC3E}">
        <p14:creationId xmlns:p14="http://schemas.microsoft.com/office/powerpoint/2010/main" val="2890478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0"/>
            <a:ext cx="9144000" cy="600164"/>
          </a:xfrm>
        </p:spPr>
        <p:txBody>
          <a:bodyPr/>
          <a:lstStyle/>
          <a:p>
            <a:r>
              <a:rPr lang="en-US" dirty="0">
                <a:solidFill>
                  <a:schemeClr val="bg1"/>
                </a:solidFill>
              </a:rPr>
              <a:t>24</a:t>
            </a:r>
          </a:p>
        </p:txBody>
      </p:sp>
      <p:sp>
        <p:nvSpPr>
          <p:cNvPr id="104449" name="Rectangle 2"/>
          <p:cNvSpPr>
            <a:spLocks noGrp="1" noChangeArrowheads="1"/>
          </p:cNvSpPr>
          <p:nvPr>
            <p:ph idx="4294967295"/>
          </p:nvPr>
        </p:nvSpPr>
        <p:spPr>
          <a:xfrm>
            <a:off x="152400" y="152400"/>
            <a:ext cx="8839200" cy="6337300"/>
          </a:xfrm>
        </p:spPr>
        <p:txBody>
          <a:bodyPr/>
          <a:lstStyle/>
          <a:p>
            <a:r>
              <a:rPr lang="en-US" dirty="0"/>
              <a:t>Metabolic cooperation occurs between different prokaryotic species in </a:t>
            </a:r>
          </a:p>
          <a:p>
            <a:endParaRPr lang="en-US" b="1" dirty="0"/>
          </a:p>
          <a:p>
            <a:endParaRPr lang="en-US" b="1" dirty="0"/>
          </a:p>
          <a:p>
            <a:endParaRPr lang="en-US" b="1" dirty="0"/>
          </a:p>
          <a:p>
            <a:endParaRPr lang="en-US" b="1" dirty="0"/>
          </a:p>
          <a:p>
            <a:endParaRPr lang="en-US" b="1" dirty="0"/>
          </a:p>
          <a:p>
            <a:endParaRPr lang="en-US" b="1" dirty="0"/>
          </a:p>
          <a:p>
            <a:pPr marL="0" indent="0">
              <a:buNone/>
            </a:pPr>
            <a:endParaRPr lang="en-US" b="1" dirty="0"/>
          </a:p>
          <a:p>
            <a:r>
              <a:rPr lang="en-US" dirty="0"/>
              <a:t>Sulfate-consuming bacteria and methane-consuming bacteria on the </a:t>
            </a:r>
          </a:p>
        </p:txBody>
      </p:sp>
      <p:pic>
        <p:nvPicPr>
          <p:cNvPr id="3" name="Picture 2" descr="example of dental biofilm (plaque) on teeth.">
            <a:extLst>
              <a:ext uri="{FF2B5EF4-FFF2-40B4-BE49-F238E27FC236}">
                <a16:creationId xmlns:a16="http://schemas.microsoft.com/office/drawing/2014/main" id="{F601DC65-8B64-451E-9FB6-DD23B35DE16E}"/>
              </a:ext>
            </a:extLst>
          </p:cNvPr>
          <p:cNvPicPr>
            <a:picLocks noChangeAspect="1"/>
          </p:cNvPicPr>
          <p:nvPr/>
        </p:nvPicPr>
        <p:blipFill>
          <a:blip r:embed="rId3"/>
          <a:stretch>
            <a:fillRect/>
          </a:stretch>
        </p:blipFill>
        <p:spPr>
          <a:xfrm>
            <a:off x="1333499" y="1588168"/>
            <a:ext cx="6477000" cy="3295316"/>
          </a:xfrm>
          <a:prstGeom prst="rect">
            <a:avLst/>
          </a:prstGeom>
        </p:spPr>
      </p:pic>
    </p:spTree>
    <p:extLst>
      <p:ext uri="{BB962C8B-B14F-4D97-AF65-F5344CB8AC3E}">
        <p14:creationId xmlns:p14="http://schemas.microsoft.com/office/powerpoint/2010/main" val="33025975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1726"/>
            <a:ext cx="9144000" cy="600164"/>
          </a:xfrm>
        </p:spPr>
        <p:txBody>
          <a:bodyPr/>
          <a:lstStyle/>
          <a:p>
            <a:r>
              <a:rPr lang="en-US" dirty="0">
                <a:solidFill>
                  <a:schemeClr val="bg1"/>
                </a:solidFill>
              </a:rPr>
              <a:t>25</a:t>
            </a:r>
          </a:p>
        </p:txBody>
      </p:sp>
      <p:sp>
        <p:nvSpPr>
          <p:cNvPr id="108546" name="Rectangle 3"/>
          <p:cNvSpPr>
            <a:spLocks noGrp="1" noChangeArrowheads="1"/>
          </p:cNvSpPr>
          <p:nvPr>
            <p:ph idx="4294967295"/>
          </p:nvPr>
        </p:nvSpPr>
        <p:spPr>
          <a:xfrm>
            <a:off x="160337" y="752475"/>
            <a:ext cx="8983663" cy="5953125"/>
          </a:xfrm>
        </p:spPr>
        <p:txBody>
          <a:bodyPr/>
          <a:lstStyle/>
          <a:p>
            <a:r>
              <a:rPr lang="en-US" dirty="0"/>
              <a:t>The origin of prokaryotes dates </a:t>
            </a:r>
          </a:p>
          <a:p>
            <a:r>
              <a:rPr lang="en-US" dirty="0"/>
              <a:t>Prokaryotes now inhabit </a:t>
            </a:r>
          </a:p>
          <a:p>
            <a:r>
              <a:rPr lang="en-US" dirty="0"/>
              <a:t>Genetic analysis led to the division of prokaryotes into two domains, </a:t>
            </a:r>
          </a:p>
          <a:p>
            <a:r>
              <a:rPr lang="en-US" dirty="0"/>
              <a:t>Advances in molecular techniques help to add new branches </a:t>
            </a:r>
          </a:p>
          <a:p>
            <a:r>
              <a:rPr lang="en-US" dirty="0"/>
              <a:t>The use of polymerase chain reaction has allowed for more </a:t>
            </a:r>
          </a:p>
          <a:p>
            <a:r>
              <a:rPr lang="en-US" dirty="0"/>
              <a:t>A handful of soil </a:t>
            </a:r>
          </a:p>
          <a:p>
            <a:r>
              <a:rPr lang="en-US" dirty="0"/>
              <a:t>Horizontal gene transfer between prokaryotes </a:t>
            </a:r>
          </a:p>
        </p:txBody>
      </p:sp>
      <p:sp>
        <p:nvSpPr>
          <p:cNvPr id="4" name="Rectangle 2"/>
          <p:cNvSpPr txBox="1">
            <a:spLocks noChangeArrowheads="1"/>
          </p:cNvSpPr>
          <p:nvPr/>
        </p:nvSpPr>
        <p:spPr bwMode="auto">
          <a:xfrm>
            <a:off x="0" y="0"/>
            <a:ext cx="9144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182880" tIns="91440" rIns="228600" bIns="91440" numCol="1" anchor="t" anchorCtr="0" compatLnSpc="1">
            <a:prstTxWarp prst="textNoShape">
              <a:avLst/>
            </a:prstTxWarp>
            <a:spAutoFit/>
          </a:bodyPr>
          <a:lstStyle>
            <a:lvl1pPr marL="0" indent="-450850" algn="l" rtl="0" eaLnBrk="1" fontAlgn="base" hangingPunct="1">
              <a:lnSpc>
                <a:spcPct val="100000"/>
              </a:lnSpc>
              <a:spcBef>
                <a:spcPct val="0"/>
              </a:spcBef>
              <a:spcAft>
                <a:spcPct val="0"/>
              </a:spcAft>
              <a:defRPr sz="3000" b="1">
                <a:solidFill>
                  <a:schemeClr val="tx1"/>
                </a:solidFill>
                <a:latin typeface="Arial"/>
                <a:ea typeface="Arial" panose="020B0604020202020204" pitchFamily="34" charset="0"/>
                <a:cs typeface="Arial"/>
              </a:defRPr>
            </a:lvl1pPr>
            <a:lvl2pPr marL="450850" indent="-450850" algn="l" rtl="0" eaLnBrk="1" fontAlgn="base" hangingPunct="1">
              <a:lnSpc>
                <a:spcPct val="90000"/>
              </a:lnSpc>
              <a:spcBef>
                <a:spcPct val="0"/>
              </a:spcBef>
              <a:spcAft>
                <a:spcPct val="0"/>
              </a:spcAft>
              <a:defRPr sz="3200" b="1">
                <a:solidFill>
                  <a:srgbClr val="9D002D"/>
                </a:solidFill>
                <a:latin typeface="Times New Roman" charset="0"/>
                <a:ea typeface="Geneva" charset="0"/>
                <a:cs typeface="Arial" charset="0"/>
              </a:defRPr>
            </a:lvl2pPr>
            <a:lvl3pPr marL="450850" indent="-450850" algn="l" rtl="0" eaLnBrk="1" fontAlgn="base" hangingPunct="1">
              <a:lnSpc>
                <a:spcPct val="90000"/>
              </a:lnSpc>
              <a:spcBef>
                <a:spcPct val="0"/>
              </a:spcBef>
              <a:spcAft>
                <a:spcPct val="0"/>
              </a:spcAft>
              <a:defRPr sz="3200" b="1">
                <a:solidFill>
                  <a:srgbClr val="9D002D"/>
                </a:solidFill>
                <a:latin typeface="Times New Roman" charset="0"/>
                <a:ea typeface="Geneva" charset="0"/>
                <a:cs typeface="Arial" charset="0"/>
              </a:defRPr>
            </a:lvl3pPr>
            <a:lvl4pPr marL="450850" indent="-450850" algn="l" rtl="0" eaLnBrk="1" fontAlgn="base" hangingPunct="1">
              <a:lnSpc>
                <a:spcPct val="90000"/>
              </a:lnSpc>
              <a:spcBef>
                <a:spcPct val="0"/>
              </a:spcBef>
              <a:spcAft>
                <a:spcPct val="0"/>
              </a:spcAft>
              <a:defRPr sz="3200" b="1">
                <a:solidFill>
                  <a:srgbClr val="9D002D"/>
                </a:solidFill>
                <a:latin typeface="Times New Roman" charset="0"/>
                <a:ea typeface="Geneva" charset="0"/>
                <a:cs typeface="Arial" charset="0"/>
              </a:defRPr>
            </a:lvl4pPr>
            <a:lvl5pPr marL="450850" indent="-450850" algn="l" rtl="0" eaLnBrk="1" fontAlgn="base" hangingPunct="1">
              <a:lnSpc>
                <a:spcPct val="90000"/>
              </a:lnSpc>
              <a:spcBef>
                <a:spcPct val="0"/>
              </a:spcBef>
              <a:spcAft>
                <a:spcPct val="0"/>
              </a:spcAft>
              <a:defRPr sz="3200" b="1">
                <a:solidFill>
                  <a:srgbClr val="9D002D"/>
                </a:solidFill>
                <a:latin typeface="Times New Roman" charset="0"/>
                <a:ea typeface="Geneva" charset="0"/>
                <a:cs typeface="Arial" charset="0"/>
              </a:defRPr>
            </a:lvl5pPr>
            <a:lvl6pPr marL="908050" indent="-450850" algn="l" rtl="0" eaLnBrk="1" fontAlgn="base" hangingPunct="1">
              <a:lnSpc>
                <a:spcPct val="90000"/>
              </a:lnSpc>
              <a:spcBef>
                <a:spcPct val="0"/>
              </a:spcBef>
              <a:spcAft>
                <a:spcPct val="0"/>
              </a:spcAft>
              <a:defRPr sz="3000" b="1">
                <a:solidFill>
                  <a:schemeClr val="tx2"/>
                </a:solidFill>
                <a:latin typeface="Times New Roman" charset="0"/>
                <a:ea typeface="Arial" charset="0"/>
                <a:cs typeface="Arial" charset="0"/>
              </a:defRPr>
            </a:lvl6pPr>
            <a:lvl7pPr marL="1365250" indent="-450850" algn="l" rtl="0" eaLnBrk="1" fontAlgn="base" hangingPunct="1">
              <a:lnSpc>
                <a:spcPct val="90000"/>
              </a:lnSpc>
              <a:spcBef>
                <a:spcPct val="0"/>
              </a:spcBef>
              <a:spcAft>
                <a:spcPct val="0"/>
              </a:spcAft>
              <a:defRPr sz="3000" b="1">
                <a:solidFill>
                  <a:schemeClr val="tx2"/>
                </a:solidFill>
                <a:latin typeface="Times New Roman" charset="0"/>
                <a:ea typeface="Arial" charset="0"/>
                <a:cs typeface="Arial" charset="0"/>
              </a:defRPr>
            </a:lvl7pPr>
            <a:lvl8pPr marL="1822450" indent="-450850" algn="l" rtl="0" eaLnBrk="1" fontAlgn="base" hangingPunct="1">
              <a:lnSpc>
                <a:spcPct val="90000"/>
              </a:lnSpc>
              <a:spcBef>
                <a:spcPct val="0"/>
              </a:spcBef>
              <a:spcAft>
                <a:spcPct val="0"/>
              </a:spcAft>
              <a:defRPr sz="3000" b="1">
                <a:solidFill>
                  <a:schemeClr val="tx2"/>
                </a:solidFill>
                <a:latin typeface="Times New Roman" charset="0"/>
                <a:ea typeface="Arial" charset="0"/>
                <a:cs typeface="Arial" charset="0"/>
              </a:defRPr>
            </a:lvl8pPr>
            <a:lvl9pPr marL="2279650" indent="-450850" algn="l" rtl="0" eaLnBrk="1" fontAlgn="base" hangingPunct="1">
              <a:lnSpc>
                <a:spcPct val="90000"/>
              </a:lnSpc>
              <a:spcBef>
                <a:spcPct val="0"/>
              </a:spcBef>
              <a:spcAft>
                <a:spcPct val="0"/>
              </a:spcAft>
              <a:defRPr sz="3000" b="1">
                <a:solidFill>
                  <a:schemeClr val="tx2"/>
                </a:solidFill>
                <a:latin typeface="Times New Roman" charset="0"/>
                <a:ea typeface="Arial" charset="0"/>
                <a:cs typeface="Arial" charset="0"/>
              </a:defRPr>
            </a:lvl9pPr>
          </a:lstStyle>
          <a:p>
            <a:r>
              <a:rPr lang="en-US" kern="0" dirty="0">
                <a:solidFill>
                  <a:srgbClr val="FF0000"/>
                </a:solidFill>
              </a:rPr>
              <a:t>Concept 27.4: </a:t>
            </a:r>
            <a:r>
              <a:rPr lang="en-US" dirty="0">
                <a:solidFill>
                  <a:srgbClr val="FF0000"/>
                </a:solidFill>
              </a:rPr>
              <a:t>Overview of Prokaryotic Diversity</a:t>
            </a:r>
            <a:endParaRPr lang="en-US" kern="0" dirty="0">
              <a:solidFill>
                <a:srgbClr val="FF0000"/>
              </a:solidFill>
            </a:endParaRPr>
          </a:p>
        </p:txBody>
      </p:sp>
    </p:spTree>
    <p:extLst>
      <p:ext uri="{BB962C8B-B14F-4D97-AF65-F5344CB8AC3E}">
        <p14:creationId xmlns:p14="http://schemas.microsoft.com/office/powerpoint/2010/main" val="769064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916" y="19735"/>
            <a:ext cx="9144000" cy="600164"/>
          </a:xfrm>
        </p:spPr>
        <p:txBody>
          <a:bodyPr/>
          <a:lstStyle/>
          <a:p>
            <a:r>
              <a:rPr lang="en-US" dirty="0">
                <a:solidFill>
                  <a:schemeClr val="bg1"/>
                </a:solidFill>
              </a:rPr>
              <a:t>26</a:t>
            </a:r>
          </a:p>
        </p:txBody>
      </p:sp>
      <p:sp>
        <p:nvSpPr>
          <p:cNvPr id="118786" name="Rectangle 3"/>
          <p:cNvSpPr>
            <a:spLocks noGrp="1" noChangeArrowheads="1"/>
          </p:cNvSpPr>
          <p:nvPr>
            <p:ph idx="4294967295"/>
          </p:nvPr>
        </p:nvSpPr>
        <p:spPr>
          <a:xfrm>
            <a:off x="152400" y="685799"/>
            <a:ext cx="8915400" cy="3311525"/>
          </a:xfrm>
        </p:spPr>
        <p:txBody>
          <a:bodyPr/>
          <a:lstStyle/>
          <a:p>
            <a:r>
              <a:rPr lang="en-US" dirty="0"/>
              <a:t>These gram-negative bacteria include </a:t>
            </a:r>
          </a:p>
          <a:p>
            <a:endParaRPr lang="en-US" dirty="0"/>
          </a:p>
          <a:p>
            <a:endParaRPr lang="en-US" dirty="0"/>
          </a:p>
          <a:p>
            <a:r>
              <a:rPr lang="en-US" dirty="0"/>
              <a:t>Some are </a:t>
            </a:r>
          </a:p>
          <a:p>
            <a:r>
              <a:rPr lang="en-US" dirty="0"/>
              <a:t>There are currently five subgroups of </a:t>
            </a:r>
          </a:p>
        </p:txBody>
      </p:sp>
      <p:pic>
        <p:nvPicPr>
          <p:cNvPr id="2" name="Picture 1" descr="Figure 27.16aa Exploring selected major groups of bacteria (part 1a: proteobacteria tree).">
            <a:extLst>
              <a:ext uri="{FF2B5EF4-FFF2-40B4-BE49-F238E27FC236}">
                <a16:creationId xmlns:a16="http://schemas.microsoft.com/office/drawing/2014/main" id="{3DDB42A0-4D7D-4C60-8317-80DC55D7325E}"/>
              </a:ext>
            </a:extLst>
          </p:cNvPr>
          <p:cNvPicPr>
            <a:picLocks noChangeAspect="1"/>
          </p:cNvPicPr>
          <p:nvPr/>
        </p:nvPicPr>
        <p:blipFill>
          <a:blip r:embed="rId3"/>
          <a:stretch>
            <a:fillRect/>
          </a:stretch>
        </p:blipFill>
        <p:spPr>
          <a:xfrm>
            <a:off x="1566861" y="4063226"/>
            <a:ext cx="6010275" cy="2390775"/>
          </a:xfrm>
          <a:prstGeom prst="rect">
            <a:avLst/>
          </a:prstGeom>
        </p:spPr>
      </p:pic>
      <p:sp>
        <p:nvSpPr>
          <p:cNvPr id="3" name="TextBox 2"/>
          <p:cNvSpPr txBox="1"/>
          <p:nvPr/>
        </p:nvSpPr>
        <p:spPr>
          <a:xfrm>
            <a:off x="0" y="0"/>
            <a:ext cx="9144000" cy="553998"/>
          </a:xfrm>
          <a:prstGeom prst="rect">
            <a:avLst/>
          </a:prstGeom>
          <a:noFill/>
        </p:spPr>
        <p:txBody>
          <a:bodyPr wrap="square" rtlCol="0">
            <a:spAutoFit/>
          </a:bodyPr>
          <a:lstStyle/>
          <a:p>
            <a:r>
              <a:rPr lang="en-US" sz="3000" b="1" dirty="0" err="1"/>
              <a:t>Proteobacteria</a:t>
            </a:r>
            <a:endParaRPr lang="en-US" sz="3000" b="1" dirty="0"/>
          </a:p>
        </p:txBody>
      </p:sp>
    </p:spTree>
    <p:extLst>
      <p:ext uri="{BB962C8B-B14F-4D97-AF65-F5344CB8AC3E}">
        <p14:creationId xmlns:p14="http://schemas.microsoft.com/office/powerpoint/2010/main" val="24624130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374" y="30074"/>
            <a:ext cx="9144000" cy="600164"/>
          </a:xfrm>
        </p:spPr>
        <p:txBody>
          <a:bodyPr/>
          <a:lstStyle/>
          <a:p>
            <a:r>
              <a:rPr lang="en-US" dirty="0">
                <a:solidFill>
                  <a:schemeClr val="bg1"/>
                </a:solidFill>
              </a:rPr>
              <a:t>27</a:t>
            </a:r>
          </a:p>
        </p:txBody>
      </p:sp>
      <p:sp>
        <p:nvSpPr>
          <p:cNvPr id="122882" name="Rectangle 3"/>
          <p:cNvSpPr>
            <a:spLocks noGrp="1" noChangeArrowheads="1"/>
          </p:cNvSpPr>
          <p:nvPr>
            <p:ph idx="4294967295"/>
          </p:nvPr>
        </p:nvSpPr>
        <p:spPr>
          <a:xfrm>
            <a:off x="152400" y="630238"/>
            <a:ext cx="8991600" cy="4094162"/>
          </a:xfrm>
        </p:spPr>
        <p:txBody>
          <a:bodyPr/>
          <a:lstStyle/>
          <a:p>
            <a:r>
              <a:rPr lang="en-US" dirty="0"/>
              <a:t>Many species are closely associated with </a:t>
            </a:r>
          </a:p>
          <a:p>
            <a:endParaRPr lang="en-US" dirty="0"/>
          </a:p>
          <a:p>
            <a:r>
              <a:rPr lang="en-US" dirty="0"/>
              <a:t>Scientists hypothesize that mitochondria evolved from aerobic </a:t>
            </a:r>
          </a:p>
          <a:p>
            <a:r>
              <a:rPr lang="en-US" i="1" dirty="0"/>
              <a:t>Rhizobium</a:t>
            </a:r>
            <a:r>
              <a:rPr lang="en-US" dirty="0"/>
              <a:t>,</a:t>
            </a:r>
            <a:r>
              <a:rPr lang="en-US" i="1" dirty="0"/>
              <a:t> </a:t>
            </a:r>
            <a:r>
              <a:rPr lang="en-US" dirty="0"/>
              <a:t>which forms root nodules in </a:t>
            </a:r>
          </a:p>
          <a:p>
            <a:endParaRPr lang="en-US" baseline="-25000" dirty="0"/>
          </a:p>
          <a:p>
            <a:r>
              <a:rPr lang="en-US" i="1" dirty="0"/>
              <a:t>Agrobacterium</a:t>
            </a:r>
            <a:r>
              <a:rPr lang="en-US" dirty="0"/>
              <a:t>,</a:t>
            </a:r>
            <a:r>
              <a:rPr lang="en-US" i="1" dirty="0"/>
              <a:t> </a:t>
            </a:r>
            <a:r>
              <a:rPr lang="en-US" dirty="0"/>
              <a:t>which produces </a:t>
            </a:r>
          </a:p>
        </p:txBody>
      </p:sp>
      <p:pic>
        <p:nvPicPr>
          <p:cNvPr id="2" name="Picture 1" descr="A micrograph shows a root cell of a legume. Rhizobium (highlighted by arrows) are shown inside the root cell of the legume (TEM). The bacterial cells are 2.5 µm in size.">
            <a:extLst>
              <a:ext uri="{FF2B5EF4-FFF2-40B4-BE49-F238E27FC236}">
                <a16:creationId xmlns:a16="http://schemas.microsoft.com/office/drawing/2014/main" id="{4E0526EB-1422-47B4-BFE7-B7B4603C763C}"/>
              </a:ext>
            </a:extLst>
          </p:cNvPr>
          <p:cNvPicPr>
            <a:picLocks noChangeAspect="1"/>
          </p:cNvPicPr>
          <p:nvPr/>
        </p:nvPicPr>
        <p:blipFill>
          <a:blip r:embed="rId3"/>
          <a:stretch>
            <a:fillRect/>
          </a:stretch>
        </p:blipFill>
        <p:spPr>
          <a:xfrm>
            <a:off x="2354923" y="4648200"/>
            <a:ext cx="4434154" cy="2105526"/>
          </a:xfrm>
          <a:prstGeom prst="rect">
            <a:avLst/>
          </a:prstGeom>
        </p:spPr>
      </p:pic>
      <p:sp>
        <p:nvSpPr>
          <p:cNvPr id="4" name="TextBox 3"/>
          <p:cNvSpPr txBox="1"/>
          <p:nvPr/>
        </p:nvSpPr>
        <p:spPr>
          <a:xfrm>
            <a:off x="0" y="0"/>
            <a:ext cx="9144000" cy="523220"/>
          </a:xfrm>
          <a:prstGeom prst="rect">
            <a:avLst/>
          </a:prstGeom>
          <a:noFill/>
        </p:spPr>
        <p:txBody>
          <a:bodyPr wrap="square" rtlCol="0">
            <a:spAutoFit/>
          </a:bodyPr>
          <a:lstStyle/>
          <a:p>
            <a:r>
              <a:rPr lang="en-US" sz="2800" b="1" dirty="0"/>
              <a:t>Subgroup: </a:t>
            </a:r>
            <a:r>
              <a:rPr lang="en-US" sz="2800" b="1" dirty="0">
                <a:solidFill>
                  <a:srgbClr val="FF0000"/>
                </a:solidFill>
              </a:rPr>
              <a:t>Alpha</a:t>
            </a:r>
            <a:r>
              <a:rPr lang="en-US" sz="2800" b="1" dirty="0"/>
              <a:t> </a:t>
            </a:r>
            <a:r>
              <a:rPr lang="en-US" sz="2800" b="1" dirty="0" err="1"/>
              <a:t>Proteobacteria</a:t>
            </a:r>
            <a:endParaRPr lang="en-US" sz="2800" b="1" dirty="0"/>
          </a:p>
        </p:txBody>
      </p:sp>
    </p:spTree>
    <p:extLst>
      <p:ext uri="{BB962C8B-B14F-4D97-AF65-F5344CB8AC3E}">
        <p14:creationId xmlns:p14="http://schemas.microsoft.com/office/powerpoint/2010/main" val="14629583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 y="17206"/>
            <a:ext cx="9144000" cy="600164"/>
          </a:xfrm>
        </p:spPr>
        <p:txBody>
          <a:bodyPr/>
          <a:lstStyle/>
          <a:p>
            <a:r>
              <a:rPr lang="en-US" dirty="0">
                <a:solidFill>
                  <a:schemeClr val="bg1"/>
                </a:solidFill>
              </a:rPr>
              <a:t>28</a:t>
            </a:r>
          </a:p>
        </p:txBody>
      </p:sp>
      <p:sp>
        <p:nvSpPr>
          <p:cNvPr id="126978" name="Rectangle 3"/>
          <p:cNvSpPr>
            <a:spLocks noGrp="1" noChangeArrowheads="1"/>
          </p:cNvSpPr>
          <p:nvPr>
            <p:ph idx="4294967295"/>
          </p:nvPr>
        </p:nvSpPr>
        <p:spPr>
          <a:xfrm>
            <a:off x="152400" y="762000"/>
            <a:ext cx="8839200" cy="2667000"/>
          </a:xfrm>
        </p:spPr>
        <p:txBody>
          <a:bodyPr/>
          <a:lstStyle/>
          <a:p>
            <a:r>
              <a:rPr lang="en-US" dirty="0"/>
              <a:t>This subgroup is </a:t>
            </a:r>
          </a:p>
          <a:p>
            <a:r>
              <a:rPr lang="en-US" i="1" dirty="0" err="1"/>
              <a:t>Nitrosomonas</a:t>
            </a:r>
            <a:r>
              <a:rPr lang="en-US" i="1" dirty="0"/>
              <a:t>,</a:t>
            </a:r>
            <a:r>
              <a:rPr lang="en-US" dirty="0"/>
              <a:t> a soil bacterium, converts NH</a:t>
            </a:r>
            <a:r>
              <a:rPr lang="en-US" baseline="-25000" dirty="0"/>
              <a:t>4</a:t>
            </a:r>
            <a:r>
              <a:rPr lang="en-US" baseline="30000" dirty="0">
                <a:latin typeface="+mj-lt"/>
              </a:rPr>
              <a:t>+</a:t>
            </a:r>
            <a:r>
              <a:rPr lang="en-US" dirty="0"/>
              <a:t> to NO</a:t>
            </a:r>
            <a:r>
              <a:rPr lang="en-US" baseline="-25000" dirty="0"/>
              <a:t>2</a:t>
            </a:r>
            <a:r>
              <a:rPr lang="en-US" baseline="30000" dirty="0">
                <a:latin typeface="+mj-lt"/>
              </a:rPr>
              <a:t>–</a:t>
            </a:r>
          </a:p>
          <a:p>
            <a:r>
              <a:rPr lang="en-US" dirty="0"/>
              <a:t>Other members include </a:t>
            </a:r>
          </a:p>
        </p:txBody>
      </p:sp>
      <p:pic>
        <p:nvPicPr>
          <p:cNvPr id="2" name="Picture 1" descr="A roughly oval shaped cell is shown, with a series of membranes in the cytoplasm. It is labeled as Nitrosomonas in a colorized TEM, and is about 1 µm wide.">
            <a:extLst>
              <a:ext uri="{FF2B5EF4-FFF2-40B4-BE49-F238E27FC236}">
                <a16:creationId xmlns:a16="http://schemas.microsoft.com/office/drawing/2014/main" id="{8BB42752-7267-4B68-A03A-BCC862A13DAD}"/>
              </a:ext>
            </a:extLst>
          </p:cNvPr>
          <p:cNvPicPr>
            <a:picLocks noChangeAspect="1"/>
          </p:cNvPicPr>
          <p:nvPr/>
        </p:nvPicPr>
        <p:blipFill>
          <a:blip r:embed="rId3"/>
          <a:stretch>
            <a:fillRect/>
          </a:stretch>
        </p:blipFill>
        <p:spPr>
          <a:xfrm>
            <a:off x="1690686" y="3429000"/>
            <a:ext cx="5762625" cy="3000375"/>
          </a:xfrm>
          <a:prstGeom prst="rect">
            <a:avLst/>
          </a:prstGeom>
        </p:spPr>
      </p:pic>
      <p:sp>
        <p:nvSpPr>
          <p:cNvPr id="4" name="TextBox 3"/>
          <p:cNvSpPr txBox="1"/>
          <p:nvPr/>
        </p:nvSpPr>
        <p:spPr>
          <a:xfrm>
            <a:off x="0" y="0"/>
            <a:ext cx="9144000" cy="523220"/>
          </a:xfrm>
          <a:prstGeom prst="rect">
            <a:avLst/>
          </a:prstGeom>
          <a:noFill/>
        </p:spPr>
        <p:txBody>
          <a:bodyPr wrap="square" rtlCol="0">
            <a:spAutoFit/>
          </a:bodyPr>
          <a:lstStyle/>
          <a:p>
            <a:r>
              <a:rPr lang="en-US" sz="2800" b="1" dirty="0"/>
              <a:t>Subgroup: </a:t>
            </a:r>
            <a:r>
              <a:rPr lang="en-US" sz="2800" b="1" dirty="0">
                <a:solidFill>
                  <a:srgbClr val="FF0000"/>
                </a:solidFill>
              </a:rPr>
              <a:t>Beta</a:t>
            </a:r>
            <a:r>
              <a:rPr lang="en-US" sz="2800" b="1" dirty="0"/>
              <a:t> </a:t>
            </a:r>
            <a:r>
              <a:rPr lang="en-US" sz="2800" b="1" dirty="0" err="1"/>
              <a:t>Proteobacteria</a:t>
            </a:r>
            <a:endParaRPr lang="en-US" sz="2800" b="1" dirty="0"/>
          </a:p>
        </p:txBody>
      </p:sp>
    </p:spTree>
    <p:extLst>
      <p:ext uri="{BB962C8B-B14F-4D97-AF65-F5344CB8AC3E}">
        <p14:creationId xmlns:p14="http://schemas.microsoft.com/office/powerpoint/2010/main" val="42784876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22676"/>
            <a:ext cx="9144000" cy="600164"/>
          </a:xfrm>
        </p:spPr>
        <p:txBody>
          <a:bodyPr/>
          <a:lstStyle/>
          <a:p>
            <a:r>
              <a:rPr lang="en-US" dirty="0">
                <a:solidFill>
                  <a:schemeClr val="bg1"/>
                </a:solidFill>
              </a:rPr>
              <a:t>29</a:t>
            </a:r>
          </a:p>
        </p:txBody>
      </p:sp>
      <p:sp>
        <p:nvSpPr>
          <p:cNvPr id="129026" name="Rectangle 3"/>
          <p:cNvSpPr>
            <a:spLocks noGrp="1" noChangeArrowheads="1"/>
          </p:cNvSpPr>
          <p:nvPr>
            <p:ph idx="4294967295"/>
          </p:nvPr>
        </p:nvSpPr>
        <p:spPr>
          <a:xfrm>
            <a:off x="152400" y="685800"/>
            <a:ext cx="8839200" cy="2933700"/>
          </a:xfrm>
        </p:spPr>
        <p:txBody>
          <a:bodyPr/>
          <a:lstStyle/>
          <a:p>
            <a:r>
              <a:rPr lang="en-US" dirty="0"/>
              <a:t>Autotrophic members include sulfur bacteria such as </a:t>
            </a:r>
            <a:r>
              <a:rPr lang="en-US" i="1" dirty="0" err="1"/>
              <a:t>Thiomargarita</a:t>
            </a:r>
            <a:r>
              <a:rPr lang="en-US" i="1" dirty="0"/>
              <a:t> </a:t>
            </a:r>
            <a:r>
              <a:rPr lang="en-US" i="1" dirty="0" err="1"/>
              <a:t>namibiensis</a:t>
            </a:r>
            <a:endParaRPr lang="en-US" i="1" dirty="0"/>
          </a:p>
          <a:p>
            <a:r>
              <a:rPr lang="en-US" dirty="0"/>
              <a:t>Some heterotrophs are pathogenic, such as </a:t>
            </a:r>
            <a:r>
              <a:rPr lang="en-US" i="1" dirty="0">
                <a:hlinkClick r:id="rId3"/>
              </a:rPr>
              <a:t>Legionella</a:t>
            </a:r>
            <a:r>
              <a:rPr lang="en-US" dirty="0"/>
              <a:t>, </a:t>
            </a:r>
            <a:r>
              <a:rPr lang="en-US" i="1" dirty="0">
                <a:hlinkClick r:id="rId4"/>
              </a:rPr>
              <a:t>Salmonella</a:t>
            </a:r>
            <a:r>
              <a:rPr lang="en-US" dirty="0"/>
              <a:t>,</a:t>
            </a:r>
            <a:r>
              <a:rPr lang="en-US" i="1" dirty="0"/>
              <a:t> </a:t>
            </a:r>
            <a:r>
              <a:rPr lang="en-US" dirty="0"/>
              <a:t>and </a:t>
            </a:r>
            <a:r>
              <a:rPr lang="en-US" i="1" dirty="0">
                <a:hlinkClick r:id="rId5"/>
              </a:rPr>
              <a:t>Vibrio </a:t>
            </a:r>
            <a:r>
              <a:rPr lang="en-US" i="1" dirty="0" err="1">
                <a:hlinkClick r:id="rId5"/>
              </a:rPr>
              <a:t>cholerae</a:t>
            </a:r>
            <a:endParaRPr lang="en-US" i="1" dirty="0"/>
          </a:p>
          <a:p>
            <a:r>
              <a:rPr lang="en-US" i="1" dirty="0"/>
              <a:t>Escherichia coli</a:t>
            </a:r>
            <a:r>
              <a:rPr lang="en-US" dirty="0"/>
              <a:t> resides in the intestines of many mammals and </a:t>
            </a:r>
          </a:p>
        </p:txBody>
      </p:sp>
      <p:pic>
        <p:nvPicPr>
          <p:cNvPr id="2" name="Picture 1" descr="Two spherical cells are shown, one is slightly deformed, causing an indent. Thiomargarita namibiensis contains sulfur wastes, shown as small dots in the cytoplasm of the cell. The cells are about 200 µm across (shown in a light microscopy photograph).">
            <a:extLst>
              <a:ext uri="{FF2B5EF4-FFF2-40B4-BE49-F238E27FC236}">
                <a16:creationId xmlns:a16="http://schemas.microsoft.com/office/drawing/2014/main" id="{911AB9CF-39E3-43C6-B7DC-457B6671FFC7}"/>
              </a:ext>
            </a:extLst>
          </p:cNvPr>
          <p:cNvPicPr>
            <a:picLocks noChangeAspect="1"/>
          </p:cNvPicPr>
          <p:nvPr/>
        </p:nvPicPr>
        <p:blipFill>
          <a:blip r:embed="rId6"/>
          <a:stretch>
            <a:fillRect/>
          </a:stretch>
        </p:blipFill>
        <p:spPr>
          <a:xfrm>
            <a:off x="1276349" y="3619500"/>
            <a:ext cx="6591300" cy="3086100"/>
          </a:xfrm>
          <a:prstGeom prst="rect">
            <a:avLst/>
          </a:prstGeom>
        </p:spPr>
      </p:pic>
      <p:sp>
        <p:nvSpPr>
          <p:cNvPr id="4" name="TextBox 3"/>
          <p:cNvSpPr txBox="1"/>
          <p:nvPr/>
        </p:nvSpPr>
        <p:spPr>
          <a:xfrm>
            <a:off x="0" y="0"/>
            <a:ext cx="9144000" cy="523220"/>
          </a:xfrm>
          <a:prstGeom prst="rect">
            <a:avLst/>
          </a:prstGeom>
          <a:noFill/>
        </p:spPr>
        <p:txBody>
          <a:bodyPr wrap="square" rtlCol="0">
            <a:spAutoFit/>
          </a:bodyPr>
          <a:lstStyle/>
          <a:p>
            <a:r>
              <a:rPr lang="en-US" sz="2800" b="1" dirty="0"/>
              <a:t>Subgroup: </a:t>
            </a:r>
            <a:r>
              <a:rPr lang="en-US" sz="2800" b="1" dirty="0">
                <a:solidFill>
                  <a:srgbClr val="FF0000"/>
                </a:solidFill>
              </a:rPr>
              <a:t>Gamma</a:t>
            </a:r>
            <a:r>
              <a:rPr lang="en-US" sz="2800" b="1" dirty="0"/>
              <a:t> </a:t>
            </a:r>
            <a:r>
              <a:rPr lang="en-US" sz="2800" b="1" dirty="0" err="1"/>
              <a:t>Proteobacteria</a:t>
            </a:r>
            <a:endParaRPr lang="en-US" sz="2800" b="1" dirty="0"/>
          </a:p>
        </p:txBody>
      </p:sp>
    </p:spTree>
    <p:extLst>
      <p:ext uri="{BB962C8B-B14F-4D97-AF65-F5344CB8AC3E}">
        <p14:creationId xmlns:p14="http://schemas.microsoft.com/office/powerpoint/2010/main" val="2171816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24525"/>
            <a:ext cx="9144000" cy="600164"/>
          </a:xfrm>
        </p:spPr>
        <p:txBody>
          <a:bodyPr/>
          <a:lstStyle/>
          <a:p>
            <a:r>
              <a:rPr lang="en-US" dirty="0">
                <a:solidFill>
                  <a:schemeClr val="bg1"/>
                </a:solidFill>
              </a:rPr>
              <a:t>30</a:t>
            </a:r>
          </a:p>
        </p:txBody>
      </p:sp>
      <p:sp>
        <p:nvSpPr>
          <p:cNvPr id="131074" name="Rectangle 3"/>
          <p:cNvSpPr>
            <a:spLocks noGrp="1" noChangeArrowheads="1"/>
          </p:cNvSpPr>
          <p:nvPr>
            <p:ph idx="4294967295"/>
          </p:nvPr>
        </p:nvSpPr>
        <p:spPr>
          <a:xfrm>
            <a:off x="152400" y="655638"/>
            <a:ext cx="8839200" cy="2163762"/>
          </a:xfrm>
        </p:spPr>
        <p:txBody>
          <a:bodyPr/>
          <a:lstStyle/>
          <a:p>
            <a:r>
              <a:rPr lang="en-US" dirty="0"/>
              <a:t>The slime-secreting </a:t>
            </a:r>
            <a:r>
              <a:rPr lang="en-US" dirty="0" err="1"/>
              <a:t>myxobacteria</a:t>
            </a:r>
            <a:r>
              <a:rPr lang="en-US" dirty="0"/>
              <a:t>, which produces </a:t>
            </a:r>
          </a:p>
          <a:p>
            <a:endParaRPr lang="en-US" altLang="ja-JP" dirty="0"/>
          </a:p>
          <a:p>
            <a:r>
              <a:rPr lang="en-US" i="1" dirty="0" err="1"/>
              <a:t>Bdellovibrios</a:t>
            </a:r>
            <a:r>
              <a:rPr lang="en-US" dirty="0"/>
              <a:t>, which mount </a:t>
            </a:r>
          </a:p>
        </p:txBody>
      </p:sp>
      <p:pic>
        <p:nvPicPr>
          <p:cNvPr id="2" name="Picture 1" descr="Fruiting bodies of Chondromyces crocatus, a myxobacterium (TEM). In the micrograph, cells are shown with a long stem and small bud-like shapes at the top, roughly resembling trees. The stem is about 300 µm long.">
            <a:extLst>
              <a:ext uri="{FF2B5EF4-FFF2-40B4-BE49-F238E27FC236}">
                <a16:creationId xmlns:a16="http://schemas.microsoft.com/office/drawing/2014/main" id="{8B692B2F-DA0C-440B-91ED-95C63888494A}"/>
              </a:ext>
            </a:extLst>
          </p:cNvPr>
          <p:cNvPicPr>
            <a:picLocks noChangeAspect="1"/>
          </p:cNvPicPr>
          <p:nvPr/>
        </p:nvPicPr>
        <p:blipFill>
          <a:blip r:embed="rId3"/>
          <a:stretch>
            <a:fillRect/>
          </a:stretch>
        </p:blipFill>
        <p:spPr>
          <a:xfrm>
            <a:off x="1190624" y="2819400"/>
            <a:ext cx="6762750" cy="3095625"/>
          </a:xfrm>
          <a:prstGeom prst="rect">
            <a:avLst/>
          </a:prstGeom>
        </p:spPr>
      </p:pic>
      <p:sp>
        <p:nvSpPr>
          <p:cNvPr id="4" name="TextBox 3"/>
          <p:cNvSpPr txBox="1"/>
          <p:nvPr/>
        </p:nvSpPr>
        <p:spPr>
          <a:xfrm>
            <a:off x="0" y="0"/>
            <a:ext cx="9144000" cy="523220"/>
          </a:xfrm>
          <a:prstGeom prst="rect">
            <a:avLst/>
          </a:prstGeom>
          <a:noFill/>
        </p:spPr>
        <p:txBody>
          <a:bodyPr wrap="square" rtlCol="0">
            <a:spAutoFit/>
          </a:bodyPr>
          <a:lstStyle/>
          <a:p>
            <a:r>
              <a:rPr lang="en-US" sz="2800" b="1" dirty="0"/>
              <a:t>Subgroup: </a:t>
            </a:r>
            <a:r>
              <a:rPr lang="en-US" sz="2800" b="1" dirty="0">
                <a:solidFill>
                  <a:srgbClr val="FF0000"/>
                </a:solidFill>
              </a:rPr>
              <a:t>Delta</a:t>
            </a:r>
            <a:r>
              <a:rPr lang="en-US" sz="2800" b="1" dirty="0"/>
              <a:t> </a:t>
            </a:r>
            <a:r>
              <a:rPr lang="en-US" sz="2800" b="1" dirty="0" err="1"/>
              <a:t>Proteobacteria</a:t>
            </a:r>
            <a:endParaRPr lang="en-US" sz="2800" b="1" dirty="0"/>
          </a:p>
        </p:txBody>
      </p:sp>
    </p:spTree>
    <p:extLst>
      <p:ext uri="{BB962C8B-B14F-4D97-AF65-F5344CB8AC3E}">
        <p14:creationId xmlns:p14="http://schemas.microsoft.com/office/powerpoint/2010/main" val="9166684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 y="0"/>
            <a:ext cx="9144000" cy="600164"/>
          </a:xfrm>
        </p:spPr>
        <p:txBody>
          <a:bodyPr/>
          <a:lstStyle/>
          <a:p>
            <a:r>
              <a:rPr lang="en-US" dirty="0">
                <a:solidFill>
                  <a:schemeClr val="bg1"/>
                </a:solidFill>
              </a:rPr>
              <a:t>31</a:t>
            </a:r>
          </a:p>
        </p:txBody>
      </p:sp>
      <p:sp>
        <p:nvSpPr>
          <p:cNvPr id="133122" name="Rectangle 3"/>
          <p:cNvSpPr>
            <a:spLocks noGrp="1" noChangeArrowheads="1"/>
          </p:cNvSpPr>
          <p:nvPr>
            <p:ph idx="4294967295"/>
          </p:nvPr>
        </p:nvSpPr>
        <p:spPr>
          <a:xfrm>
            <a:off x="152400" y="762000"/>
            <a:ext cx="8839200" cy="2133600"/>
          </a:xfrm>
        </p:spPr>
        <p:txBody>
          <a:bodyPr/>
          <a:lstStyle/>
          <a:p>
            <a:r>
              <a:rPr lang="en-US" dirty="0"/>
              <a:t>Most species in this subgroup are </a:t>
            </a:r>
          </a:p>
          <a:p>
            <a:r>
              <a:rPr lang="en-US" i="1" dirty="0">
                <a:hlinkClick r:id="rId3"/>
              </a:rPr>
              <a:t>Campylobacter</a:t>
            </a:r>
            <a:r>
              <a:rPr lang="en-US" dirty="0"/>
              <a:t>, which causes blood poisoning, and </a:t>
            </a:r>
            <a:r>
              <a:rPr lang="en-US" i="1" dirty="0">
                <a:hlinkClick r:id="rId4"/>
              </a:rPr>
              <a:t>Helicobacter pylori</a:t>
            </a:r>
            <a:r>
              <a:rPr lang="en-US" dirty="0"/>
              <a:t>, which </a:t>
            </a:r>
          </a:p>
        </p:txBody>
      </p:sp>
      <p:pic>
        <p:nvPicPr>
          <p:cNvPr id="2" name="Picture 1" descr="Helicobacter pylori (rod shaped cells with flagella on the end) are shown in a colorized TEM. They are about 2 µm wide.">
            <a:extLst>
              <a:ext uri="{FF2B5EF4-FFF2-40B4-BE49-F238E27FC236}">
                <a16:creationId xmlns:a16="http://schemas.microsoft.com/office/drawing/2014/main" id="{FEF54A12-E6E7-43C1-AE92-851AFB1DBF9F}"/>
              </a:ext>
            </a:extLst>
          </p:cNvPr>
          <p:cNvPicPr>
            <a:picLocks noChangeAspect="1"/>
          </p:cNvPicPr>
          <p:nvPr/>
        </p:nvPicPr>
        <p:blipFill>
          <a:blip r:embed="rId5"/>
          <a:stretch>
            <a:fillRect/>
          </a:stretch>
        </p:blipFill>
        <p:spPr>
          <a:xfrm>
            <a:off x="1519236" y="2895600"/>
            <a:ext cx="6105525" cy="3048000"/>
          </a:xfrm>
          <a:prstGeom prst="rect">
            <a:avLst/>
          </a:prstGeom>
        </p:spPr>
      </p:pic>
      <p:sp>
        <p:nvSpPr>
          <p:cNvPr id="4" name="TextBox 3"/>
          <p:cNvSpPr txBox="1"/>
          <p:nvPr/>
        </p:nvSpPr>
        <p:spPr>
          <a:xfrm>
            <a:off x="0" y="0"/>
            <a:ext cx="9144000" cy="523220"/>
          </a:xfrm>
          <a:prstGeom prst="rect">
            <a:avLst/>
          </a:prstGeom>
          <a:noFill/>
        </p:spPr>
        <p:txBody>
          <a:bodyPr wrap="square" rtlCol="0">
            <a:spAutoFit/>
          </a:bodyPr>
          <a:lstStyle/>
          <a:p>
            <a:r>
              <a:rPr lang="en-US" sz="2800" b="1" dirty="0"/>
              <a:t>Subgroup: </a:t>
            </a:r>
            <a:r>
              <a:rPr lang="en-US" sz="2800" b="1" dirty="0">
                <a:solidFill>
                  <a:srgbClr val="FF0000"/>
                </a:solidFill>
              </a:rPr>
              <a:t>Epsilon</a:t>
            </a:r>
            <a:r>
              <a:rPr lang="en-US" sz="2800" b="1" dirty="0"/>
              <a:t> </a:t>
            </a:r>
            <a:r>
              <a:rPr lang="en-US" sz="2800" b="1" dirty="0" err="1"/>
              <a:t>Proteobacteria</a:t>
            </a:r>
            <a:endParaRPr lang="en-US" sz="2800" b="1" dirty="0"/>
          </a:p>
        </p:txBody>
      </p:sp>
    </p:spTree>
    <p:extLst>
      <p:ext uri="{BB962C8B-B14F-4D97-AF65-F5344CB8AC3E}">
        <p14:creationId xmlns:p14="http://schemas.microsoft.com/office/powerpoint/2010/main" val="24700814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 y="0"/>
            <a:ext cx="9144000" cy="600164"/>
          </a:xfrm>
        </p:spPr>
        <p:txBody>
          <a:bodyPr/>
          <a:lstStyle/>
          <a:p>
            <a:r>
              <a:rPr lang="en-US" dirty="0">
                <a:solidFill>
                  <a:schemeClr val="bg1"/>
                </a:solidFill>
              </a:rPr>
              <a:t>32</a:t>
            </a:r>
          </a:p>
        </p:txBody>
      </p:sp>
      <p:sp>
        <p:nvSpPr>
          <p:cNvPr id="135170" name="Rectangle 3"/>
          <p:cNvSpPr>
            <a:spLocks noGrp="1" noChangeArrowheads="1"/>
          </p:cNvSpPr>
          <p:nvPr>
            <p:ph idx="4294967295"/>
          </p:nvPr>
        </p:nvSpPr>
        <p:spPr>
          <a:xfrm>
            <a:off x="152400" y="762000"/>
            <a:ext cx="8839200" cy="2209800"/>
          </a:xfrm>
        </p:spPr>
        <p:txBody>
          <a:bodyPr/>
          <a:lstStyle/>
          <a:p>
            <a:r>
              <a:rPr lang="en-US" dirty="0"/>
              <a:t>These bacteria are parasites that live </a:t>
            </a:r>
          </a:p>
          <a:p>
            <a:endParaRPr lang="en-US" dirty="0"/>
          </a:p>
          <a:p>
            <a:r>
              <a:rPr lang="en-US" i="1" dirty="0">
                <a:hlinkClick r:id="rId3"/>
              </a:rPr>
              <a:t>Chlamydia trachomatis </a:t>
            </a:r>
            <a:r>
              <a:rPr lang="en-US" dirty="0"/>
              <a:t>causes blindness and </a:t>
            </a:r>
          </a:p>
        </p:txBody>
      </p:sp>
      <p:pic>
        <p:nvPicPr>
          <p:cNvPr id="2" name="Picture 1" descr="Chlamydia cells are shown inside an animal cell in a colorized TEM. The bacterial cells are about 2.5 µm across, and the animal cell is about 5 µm across. Organelles are shown in the eukaryotic animal cell.">
            <a:extLst>
              <a:ext uri="{FF2B5EF4-FFF2-40B4-BE49-F238E27FC236}">
                <a16:creationId xmlns:a16="http://schemas.microsoft.com/office/drawing/2014/main" id="{A484989C-396B-4EE3-9CEB-790A48375C32}"/>
              </a:ext>
            </a:extLst>
          </p:cNvPr>
          <p:cNvPicPr>
            <a:picLocks noChangeAspect="1"/>
          </p:cNvPicPr>
          <p:nvPr/>
        </p:nvPicPr>
        <p:blipFill>
          <a:blip r:embed="rId4"/>
          <a:stretch>
            <a:fillRect/>
          </a:stretch>
        </p:blipFill>
        <p:spPr>
          <a:xfrm>
            <a:off x="900111" y="2971800"/>
            <a:ext cx="7343775" cy="3076575"/>
          </a:xfrm>
          <a:prstGeom prst="rect">
            <a:avLst/>
          </a:prstGeom>
        </p:spPr>
      </p:pic>
      <p:sp>
        <p:nvSpPr>
          <p:cNvPr id="4" name="TextBox 3"/>
          <p:cNvSpPr txBox="1"/>
          <p:nvPr/>
        </p:nvSpPr>
        <p:spPr>
          <a:xfrm>
            <a:off x="0" y="0"/>
            <a:ext cx="9144000" cy="553998"/>
          </a:xfrm>
          <a:prstGeom prst="rect">
            <a:avLst/>
          </a:prstGeom>
          <a:noFill/>
        </p:spPr>
        <p:txBody>
          <a:bodyPr wrap="square" rtlCol="0">
            <a:spAutoFit/>
          </a:bodyPr>
          <a:lstStyle/>
          <a:p>
            <a:pPr marL="0" indent="0">
              <a:buNone/>
            </a:pPr>
            <a:r>
              <a:rPr lang="en-US" sz="3000" b="1" dirty="0" err="1"/>
              <a:t>Chlamydias</a:t>
            </a:r>
            <a:endParaRPr lang="en-US" sz="3000" b="1" dirty="0"/>
          </a:p>
        </p:txBody>
      </p:sp>
    </p:spTree>
    <p:extLst>
      <p:ext uri="{BB962C8B-B14F-4D97-AF65-F5344CB8AC3E}">
        <p14:creationId xmlns:p14="http://schemas.microsoft.com/office/powerpoint/2010/main" val="21830506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4748" y="0"/>
            <a:ext cx="9144000" cy="600164"/>
          </a:xfrm>
        </p:spPr>
        <p:txBody>
          <a:bodyPr/>
          <a:lstStyle/>
          <a:p>
            <a:r>
              <a:rPr lang="en-US" dirty="0">
                <a:solidFill>
                  <a:schemeClr val="bg1"/>
                </a:solidFill>
              </a:rPr>
              <a:t>33</a:t>
            </a:r>
          </a:p>
        </p:txBody>
      </p:sp>
      <p:sp>
        <p:nvSpPr>
          <p:cNvPr id="137218" name="Rectangle 3"/>
          <p:cNvSpPr>
            <a:spLocks noGrp="1" noChangeArrowheads="1"/>
          </p:cNvSpPr>
          <p:nvPr>
            <p:ph idx="4294967295"/>
          </p:nvPr>
        </p:nvSpPr>
        <p:spPr>
          <a:xfrm>
            <a:off x="152400" y="685800"/>
            <a:ext cx="8839200" cy="2590800"/>
          </a:xfrm>
        </p:spPr>
        <p:txBody>
          <a:bodyPr/>
          <a:lstStyle/>
          <a:p>
            <a:r>
              <a:rPr lang="en-US" dirty="0"/>
              <a:t>These bacteria are </a:t>
            </a:r>
          </a:p>
          <a:p>
            <a:endParaRPr lang="en-US" dirty="0"/>
          </a:p>
          <a:p>
            <a:r>
              <a:rPr lang="en-US" dirty="0"/>
              <a:t>Some are parasites, including </a:t>
            </a:r>
            <a:r>
              <a:rPr lang="en-US" i="1" dirty="0" err="1">
                <a:hlinkClick r:id="rId3"/>
              </a:rPr>
              <a:t>Treponema</a:t>
            </a:r>
            <a:r>
              <a:rPr lang="en-US" i="1" dirty="0">
                <a:hlinkClick r:id="rId3"/>
              </a:rPr>
              <a:t> </a:t>
            </a:r>
            <a:r>
              <a:rPr lang="en-US" i="1" dirty="0" err="1">
                <a:hlinkClick r:id="rId3"/>
              </a:rPr>
              <a:t>pallidum</a:t>
            </a:r>
            <a:r>
              <a:rPr lang="en-US" dirty="0"/>
              <a:t>, which causes syphilis, and </a:t>
            </a:r>
            <a:r>
              <a:rPr lang="en-US" i="1" dirty="0" err="1"/>
              <a:t>Borrelia</a:t>
            </a:r>
            <a:r>
              <a:rPr lang="en-US" i="1" dirty="0"/>
              <a:t> </a:t>
            </a:r>
            <a:r>
              <a:rPr lang="en-US" i="1" dirty="0" err="1"/>
              <a:t>burgdorferi</a:t>
            </a:r>
            <a:r>
              <a:rPr lang="en-US" dirty="0"/>
              <a:t>, which causes </a:t>
            </a:r>
            <a:r>
              <a:rPr lang="en-US" dirty="0">
                <a:hlinkClick r:id="rId4"/>
              </a:rPr>
              <a:t>Lyme disease</a:t>
            </a:r>
            <a:endParaRPr lang="en-US" dirty="0"/>
          </a:p>
        </p:txBody>
      </p:sp>
      <p:pic>
        <p:nvPicPr>
          <p:cNvPr id="2" name="Picture 1" descr="Leptospira, a spirochete, is shown in a colorized TEM. They have an elongated S shape, with a wavy cytoplasm shown. They are about 5 µm long.">
            <a:extLst>
              <a:ext uri="{FF2B5EF4-FFF2-40B4-BE49-F238E27FC236}">
                <a16:creationId xmlns:a16="http://schemas.microsoft.com/office/drawing/2014/main" id="{C19482B2-1B36-4638-A8D8-DB8F3FE63DDF}"/>
              </a:ext>
            </a:extLst>
          </p:cNvPr>
          <p:cNvPicPr>
            <a:picLocks noChangeAspect="1"/>
          </p:cNvPicPr>
          <p:nvPr/>
        </p:nvPicPr>
        <p:blipFill>
          <a:blip r:embed="rId5"/>
          <a:stretch>
            <a:fillRect/>
          </a:stretch>
        </p:blipFill>
        <p:spPr>
          <a:xfrm>
            <a:off x="1162049" y="3339295"/>
            <a:ext cx="6819900" cy="3057525"/>
          </a:xfrm>
          <a:prstGeom prst="rect">
            <a:avLst/>
          </a:prstGeom>
        </p:spPr>
      </p:pic>
      <p:sp>
        <p:nvSpPr>
          <p:cNvPr id="4" name="TextBox 3"/>
          <p:cNvSpPr txBox="1"/>
          <p:nvPr/>
        </p:nvSpPr>
        <p:spPr>
          <a:xfrm>
            <a:off x="0" y="0"/>
            <a:ext cx="9144000" cy="553998"/>
          </a:xfrm>
          <a:prstGeom prst="rect">
            <a:avLst/>
          </a:prstGeom>
          <a:noFill/>
        </p:spPr>
        <p:txBody>
          <a:bodyPr wrap="square" rtlCol="0">
            <a:spAutoFit/>
          </a:bodyPr>
          <a:lstStyle/>
          <a:p>
            <a:pPr marL="0" indent="0">
              <a:buNone/>
            </a:pPr>
            <a:r>
              <a:rPr lang="en-US" sz="3000" b="1" dirty="0"/>
              <a:t>Spirochetes</a:t>
            </a:r>
          </a:p>
        </p:txBody>
      </p:sp>
    </p:spTree>
    <p:extLst>
      <p:ext uri="{BB962C8B-B14F-4D97-AF65-F5344CB8AC3E}">
        <p14:creationId xmlns:p14="http://schemas.microsoft.com/office/powerpoint/2010/main" val="40351070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 y="0"/>
            <a:ext cx="9144000" cy="600164"/>
          </a:xfrm>
        </p:spPr>
        <p:txBody>
          <a:bodyPr/>
          <a:lstStyle/>
          <a:p>
            <a:r>
              <a:rPr lang="en-US" dirty="0">
                <a:solidFill>
                  <a:schemeClr val="bg1"/>
                </a:solidFill>
              </a:rPr>
              <a:t>34</a:t>
            </a:r>
          </a:p>
        </p:txBody>
      </p:sp>
      <p:sp>
        <p:nvSpPr>
          <p:cNvPr id="80899" name="Rectangle 3"/>
          <p:cNvSpPr>
            <a:spLocks noGrp="1" noChangeArrowheads="1"/>
          </p:cNvSpPr>
          <p:nvPr>
            <p:ph idx="4294967295"/>
          </p:nvPr>
        </p:nvSpPr>
        <p:spPr>
          <a:xfrm>
            <a:off x="152400" y="685800"/>
            <a:ext cx="8839200" cy="3124200"/>
          </a:xfrm>
        </p:spPr>
        <p:txBody>
          <a:bodyPr/>
          <a:lstStyle/>
          <a:p>
            <a:r>
              <a:rPr lang="en-US" dirty="0"/>
              <a:t>These are gram-negative </a:t>
            </a:r>
          </a:p>
          <a:p>
            <a:endParaRPr lang="en-US" baseline="-25000" dirty="0"/>
          </a:p>
          <a:p>
            <a:r>
              <a:rPr lang="en-US" dirty="0"/>
              <a:t>Plant chloroplasts likely evolved from cyanobacteria by the </a:t>
            </a:r>
          </a:p>
          <a:p>
            <a:r>
              <a:rPr lang="en-US" dirty="0"/>
              <a:t>Cyanobacteria are abundant components of </a:t>
            </a:r>
          </a:p>
        </p:txBody>
      </p:sp>
      <p:pic>
        <p:nvPicPr>
          <p:cNvPr id="2" name="Picture 1" descr="Oscillatoria, a filamentous cyanobacterium, is shown. The cells are green in color, and have interlocking membranes. The cells are between 40 µm wide, and many are longer than the photograph.">
            <a:extLst>
              <a:ext uri="{FF2B5EF4-FFF2-40B4-BE49-F238E27FC236}">
                <a16:creationId xmlns:a16="http://schemas.microsoft.com/office/drawing/2014/main" id="{A963C9E1-444D-449D-B398-A5D6CC2C1096}"/>
              </a:ext>
            </a:extLst>
          </p:cNvPr>
          <p:cNvPicPr>
            <a:picLocks noChangeAspect="1"/>
          </p:cNvPicPr>
          <p:nvPr/>
        </p:nvPicPr>
        <p:blipFill>
          <a:blip r:embed="rId3"/>
          <a:stretch>
            <a:fillRect/>
          </a:stretch>
        </p:blipFill>
        <p:spPr>
          <a:xfrm>
            <a:off x="1057274" y="3629526"/>
            <a:ext cx="7029450" cy="3057525"/>
          </a:xfrm>
          <a:prstGeom prst="rect">
            <a:avLst/>
          </a:prstGeom>
        </p:spPr>
      </p:pic>
      <p:sp>
        <p:nvSpPr>
          <p:cNvPr id="4" name="TextBox 3"/>
          <p:cNvSpPr txBox="1"/>
          <p:nvPr/>
        </p:nvSpPr>
        <p:spPr>
          <a:xfrm>
            <a:off x="0" y="0"/>
            <a:ext cx="9144000" cy="553998"/>
          </a:xfrm>
          <a:prstGeom prst="rect">
            <a:avLst/>
          </a:prstGeom>
          <a:noFill/>
        </p:spPr>
        <p:txBody>
          <a:bodyPr wrap="square" rtlCol="0">
            <a:spAutoFit/>
          </a:bodyPr>
          <a:lstStyle/>
          <a:p>
            <a:pPr marL="0" indent="0">
              <a:buNone/>
            </a:pPr>
            <a:r>
              <a:rPr lang="en-US" sz="3000" b="1" dirty="0"/>
              <a:t>Cyanobacteria</a:t>
            </a:r>
          </a:p>
        </p:txBody>
      </p:sp>
    </p:spTree>
    <p:extLst>
      <p:ext uri="{BB962C8B-B14F-4D97-AF65-F5344CB8AC3E}">
        <p14:creationId xmlns:p14="http://schemas.microsoft.com/office/powerpoint/2010/main" val="32051923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0" y="0"/>
            <a:ext cx="9144000" cy="600164"/>
          </a:xfrm>
        </p:spPr>
        <p:txBody>
          <a:bodyPr/>
          <a:lstStyle/>
          <a:p>
            <a:r>
              <a:rPr lang="en-US" dirty="0">
                <a:solidFill>
                  <a:schemeClr val="bg1"/>
                </a:solidFill>
              </a:rPr>
              <a:t>35</a:t>
            </a:r>
          </a:p>
        </p:txBody>
      </p:sp>
      <p:sp>
        <p:nvSpPr>
          <p:cNvPr id="141314" name="Rectangle 3"/>
          <p:cNvSpPr>
            <a:spLocks noGrp="1" noChangeArrowheads="1"/>
          </p:cNvSpPr>
          <p:nvPr>
            <p:ph idx="4294967295"/>
          </p:nvPr>
        </p:nvSpPr>
        <p:spPr>
          <a:xfrm>
            <a:off x="152400" y="573088"/>
            <a:ext cx="8839200" cy="6221412"/>
          </a:xfrm>
        </p:spPr>
        <p:txBody>
          <a:bodyPr/>
          <a:lstStyle/>
          <a:p>
            <a:r>
              <a:rPr lang="en-US" dirty="0"/>
              <a:t>Gram-positive bacteria include </a:t>
            </a:r>
          </a:p>
          <a:p>
            <a:pPr lvl="1"/>
            <a:r>
              <a:rPr lang="en-US" dirty="0"/>
              <a:t>Colony-forming groups, such as </a:t>
            </a:r>
            <a:r>
              <a:rPr lang="en-US" dirty="0" err="1"/>
              <a:t>actinomycetes</a:t>
            </a:r>
            <a:r>
              <a:rPr lang="en-US" dirty="0"/>
              <a:t>, many of which </a:t>
            </a:r>
          </a:p>
          <a:p>
            <a:pPr lvl="1"/>
            <a:r>
              <a:rPr lang="en-US" dirty="0"/>
              <a:t>Solitary species include</a:t>
            </a:r>
          </a:p>
          <a:p>
            <a:pPr lvl="2"/>
            <a:r>
              <a:rPr lang="en-US" i="1" dirty="0">
                <a:hlinkClick r:id="rId3"/>
              </a:rPr>
              <a:t>Bacillus </a:t>
            </a:r>
            <a:r>
              <a:rPr lang="en-US" i="1" dirty="0" err="1">
                <a:hlinkClick r:id="rId3"/>
              </a:rPr>
              <a:t>anthracis</a:t>
            </a:r>
            <a:r>
              <a:rPr lang="en-US" dirty="0"/>
              <a:t>, the </a:t>
            </a:r>
          </a:p>
          <a:p>
            <a:pPr lvl="2"/>
            <a:endParaRPr lang="en-US" i="1" dirty="0"/>
          </a:p>
          <a:p>
            <a:pPr lvl="2"/>
            <a:endParaRPr lang="en-US" i="1" dirty="0"/>
          </a:p>
          <a:p>
            <a:pPr lvl="2"/>
            <a:endParaRPr lang="en-US" i="1" dirty="0"/>
          </a:p>
          <a:p>
            <a:pPr lvl="2"/>
            <a:endParaRPr lang="en-US" i="1" dirty="0"/>
          </a:p>
          <a:p>
            <a:pPr lvl="2"/>
            <a:r>
              <a:rPr lang="en-US" i="1" dirty="0">
                <a:hlinkClick r:id="rId4"/>
              </a:rPr>
              <a:t>Clostridium botulinum</a:t>
            </a:r>
            <a:r>
              <a:rPr lang="en-US" dirty="0"/>
              <a:t>, the </a:t>
            </a:r>
          </a:p>
          <a:p>
            <a:pPr lvl="2"/>
            <a:r>
              <a:rPr lang="en-US" dirty="0"/>
              <a:t>various </a:t>
            </a:r>
            <a:r>
              <a:rPr lang="en-US" i="1" dirty="0"/>
              <a:t>Staphylococcus</a:t>
            </a:r>
            <a:r>
              <a:rPr lang="en-US" dirty="0"/>
              <a:t> and </a:t>
            </a:r>
            <a:r>
              <a:rPr lang="en-US" i="1" dirty="0"/>
              <a:t>Streptococcus</a:t>
            </a:r>
            <a:r>
              <a:rPr lang="en-US" dirty="0"/>
              <a:t> species</a:t>
            </a:r>
          </a:p>
          <a:p>
            <a:pPr lvl="1"/>
            <a:r>
              <a:rPr lang="en-US" dirty="0"/>
              <a:t>Mycoplasmas, the </a:t>
            </a:r>
          </a:p>
        </p:txBody>
      </p:sp>
      <p:sp>
        <p:nvSpPr>
          <p:cNvPr id="3" name="TextBox 2"/>
          <p:cNvSpPr txBox="1"/>
          <p:nvPr/>
        </p:nvSpPr>
        <p:spPr>
          <a:xfrm>
            <a:off x="-2458" y="0"/>
            <a:ext cx="9144000" cy="584775"/>
          </a:xfrm>
          <a:prstGeom prst="rect">
            <a:avLst/>
          </a:prstGeom>
          <a:noFill/>
        </p:spPr>
        <p:txBody>
          <a:bodyPr wrap="square" rtlCol="0">
            <a:spAutoFit/>
          </a:bodyPr>
          <a:lstStyle/>
          <a:p>
            <a:r>
              <a:rPr lang="en-US" sz="3000" b="1" dirty="0"/>
              <a:t>Gram-Positive</a:t>
            </a:r>
            <a:r>
              <a:rPr lang="en-US" sz="3200" b="1" dirty="0"/>
              <a:t> Bacteria</a:t>
            </a:r>
          </a:p>
        </p:txBody>
      </p:sp>
      <p:pic>
        <p:nvPicPr>
          <p:cNvPr id="6" name="Picture 5" descr="Examples of anthrax in humans and elephants."/>
          <p:cNvPicPr>
            <a:picLocks noChangeAspect="1"/>
          </p:cNvPicPr>
          <p:nvPr/>
        </p:nvPicPr>
        <p:blipFill>
          <a:blip r:embed="rId5"/>
          <a:stretch>
            <a:fillRect/>
          </a:stretch>
        </p:blipFill>
        <p:spPr>
          <a:xfrm>
            <a:off x="1045292" y="3162300"/>
            <a:ext cx="7048500" cy="1866900"/>
          </a:xfrm>
          <a:prstGeom prst="rect">
            <a:avLst/>
          </a:prstGeom>
        </p:spPr>
      </p:pic>
    </p:spTree>
    <p:extLst>
      <p:ext uri="{BB962C8B-B14F-4D97-AF65-F5344CB8AC3E}">
        <p14:creationId xmlns:p14="http://schemas.microsoft.com/office/powerpoint/2010/main" val="41875152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p:txBody>
          <a:bodyPr/>
          <a:lstStyle/>
          <a:p>
            <a:r>
              <a:rPr lang="en-US" dirty="0"/>
              <a:t>Archaea</a:t>
            </a:r>
          </a:p>
        </p:txBody>
      </p:sp>
      <p:sp>
        <p:nvSpPr>
          <p:cNvPr id="143362" name="Rectangle 3"/>
          <p:cNvSpPr>
            <a:spLocks noGrp="1" noChangeArrowheads="1"/>
          </p:cNvSpPr>
          <p:nvPr>
            <p:ph idx="1"/>
          </p:nvPr>
        </p:nvSpPr>
        <p:spPr>
          <a:xfrm>
            <a:off x="76200" y="838200"/>
            <a:ext cx="8991600" cy="4191000"/>
          </a:xfrm>
        </p:spPr>
        <p:txBody>
          <a:bodyPr/>
          <a:lstStyle/>
          <a:p>
            <a:r>
              <a:rPr lang="en-US" dirty="0"/>
              <a:t>Archaea share certain traits with </a:t>
            </a:r>
          </a:p>
          <a:p>
            <a:endParaRPr lang="en-US" dirty="0"/>
          </a:p>
          <a:p>
            <a:r>
              <a:rPr lang="en-US" dirty="0"/>
              <a:t>They also have many </a:t>
            </a:r>
          </a:p>
          <a:p>
            <a:r>
              <a:rPr lang="en-US" dirty="0"/>
              <a:t>Most archaea live in extreme environments and are </a:t>
            </a:r>
          </a:p>
          <a:p>
            <a:endParaRPr lang="en-US" b="1" dirty="0"/>
          </a:p>
          <a:p>
            <a:r>
              <a:rPr lang="en-US" b="1" dirty="0"/>
              <a:t>Extreme halophiles </a:t>
            </a:r>
            <a:r>
              <a:rPr lang="en-US" dirty="0"/>
              <a:t>live in </a:t>
            </a:r>
          </a:p>
          <a:p>
            <a:r>
              <a:rPr lang="en-US" b="1" dirty="0"/>
              <a:t>Extreme thermophiles </a:t>
            </a:r>
            <a:r>
              <a:rPr lang="en-US" dirty="0"/>
              <a:t>thrive in </a:t>
            </a:r>
          </a:p>
        </p:txBody>
      </p:sp>
      <p:pic>
        <p:nvPicPr>
          <p:cNvPr id="2" name="Picture 1" descr="A small diagram shows a phylogenetic tree, showing the division of the domains Eukarya, Archaea (one branch from the common ancestor) and Bacteria (the other branch). The branch leading to Archaea is highlighted.">
            <a:extLst>
              <a:ext uri="{FF2B5EF4-FFF2-40B4-BE49-F238E27FC236}">
                <a16:creationId xmlns:a16="http://schemas.microsoft.com/office/drawing/2014/main" id="{BF509E07-6C6F-4E59-96E5-D335FEB84B5E}"/>
              </a:ext>
            </a:extLst>
          </p:cNvPr>
          <p:cNvPicPr>
            <a:picLocks noChangeAspect="1"/>
          </p:cNvPicPr>
          <p:nvPr/>
        </p:nvPicPr>
        <p:blipFill>
          <a:blip r:embed="rId3"/>
          <a:stretch>
            <a:fillRect/>
          </a:stretch>
        </p:blipFill>
        <p:spPr>
          <a:xfrm>
            <a:off x="3009900" y="5029200"/>
            <a:ext cx="3124200" cy="1590675"/>
          </a:xfrm>
          <a:prstGeom prst="rect">
            <a:avLst/>
          </a:prstGeom>
        </p:spPr>
      </p:pic>
    </p:spTree>
    <p:extLst>
      <p:ext uri="{BB962C8B-B14F-4D97-AF65-F5344CB8AC3E}">
        <p14:creationId xmlns:p14="http://schemas.microsoft.com/office/powerpoint/2010/main" val="14581828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0871F16-F66F-305A-F346-BE8364A78799}"/>
              </a:ext>
            </a:extLst>
          </p:cNvPr>
          <p:cNvPicPr>
            <a:picLocks noChangeAspect="1"/>
          </p:cNvPicPr>
          <p:nvPr/>
        </p:nvPicPr>
        <p:blipFill>
          <a:blip r:embed="rId3"/>
          <a:stretch>
            <a:fillRect/>
          </a:stretch>
        </p:blipFill>
        <p:spPr>
          <a:xfrm>
            <a:off x="2328549" y="304364"/>
            <a:ext cx="4486901" cy="6249272"/>
          </a:xfrm>
          <a:prstGeom prst="rect">
            <a:avLst/>
          </a:prstGeom>
        </p:spPr>
      </p:pic>
    </p:spTree>
    <p:extLst>
      <p:ext uri="{BB962C8B-B14F-4D97-AF65-F5344CB8AC3E}">
        <p14:creationId xmlns:p14="http://schemas.microsoft.com/office/powerpoint/2010/main" val="6510186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0319" y="0"/>
            <a:ext cx="9144000" cy="600164"/>
          </a:xfrm>
        </p:spPr>
        <p:txBody>
          <a:bodyPr/>
          <a:lstStyle/>
          <a:p>
            <a:r>
              <a:rPr lang="en-US" dirty="0">
                <a:solidFill>
                  <a:schemeClr val="bg1"/>
                </a:solidFill>
              </a:rPr>
              <a:t>38</a:t>
            </a:r>
          </a:p>
        </p:txBody>
      </p:sp>
      <p:sp>
        <p:nvSpPr>
          <p:cNvPr id="153601" name="Rectangle 2"/>
          <p:cNvSpPr>
            <a:spLocks noGrp="1" noChangeArrowheads="1"/>
          </p:cNvSpPr>
          <p:nvPr>
            <p:ph idx="4294967295"/>
          </p:nvPr>
        </p:nvSpPr>
        <p:spPr>
          <a:xfrm>
            <a:off x="76200" y="76200"/>
            <a:ext cx="8991600" cy="2362200"/>
          </a:xfrm>
        </p:spPr>
        <p:txBody>
          <a:bodyPr/>
          <a:lstStyle/>
          <a:p>
            <a:r>
              <a:rPr lang="en-US" b="1" dirty="0"/>
              <a:t>Methanogens </a:t>
            </a:r>
            <a:r>
              <a:rPr lang="en-US" dirty="0"/>
              <a:t>live in swamps and marshes and produce </a:t>
            </a:r>
          </a:p>
          <a:p>
            <a:r>
              <a:rPr lang="en-US" dirty="0"/>
              <a:t>Methanogens are strict </a:t>
            </a:r>
            <a:endParaRPr lang="en-US" baseline="-25000" dirty="0"/>
          </a:p>
        </p:txBody>
      </p:sp>
      <p:pic>
        <p:nvPicPr>
          <p:cNvPr id="2" name="Picture 1" descr="The process of methanogenesis in a cow digestive system."/>
          <p:cNvPicPr>
            <a:picLocks noChangeAspect="1"/>
          </p:cNvPicPr>
          <p:nvPr/>
        </p:nvPicPr>
        <p:blipFill>
          <a:blip r:embed="rId3"/>
          <a:stretch>
            <a:fillRect/>
          </a:stretch>
        </p:blipFill>
        <p:spPr>
          <a:xfrm>
            <a:off x="1769267" y="1607585"/>
            <a:ext cx="5605464" cy="5250415"/>
          </a:xfrm>
          <a:prstGeom prst="rect">
            <a:avLst/>
          </a:prstGeom>
        </p:spPr>
      </p:pic>
    </p:spTree>
    <p:extLst>
      <p:ext uri="{BB962C8B-B14F-4D97-AF65-F5344CB8AC3E}">
        <p14:creationId xmlns:p14="http://schemas.microsoft.com/office/powerpoint/2010/main" val="36144693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49" name="Rectangle 2"/>
          <p:cNvSpPr>
            <a:spLocks noGrp="1" noChangeArrowheads="1"/>
          </p:cNvSpPr>
          <p:nvPr>
            <p:ph type="title"/>
          </p:nvPr>
        </p:nvSpPr>
        <p:spPr>
          <a:xfrm>
            <a:off x="0" y="0"/>
            <a:ext cx="9144000" cy="1107996"/>
          </a:xfrm>
        </p:spPr>
        <p:txBody>
          <a:bodyPr/>
          <a:lstStyle/>
          <a:p>
            <a:r>
              <a:rPr lang="en-US" dirty="0">
                <a:solidFill>
                  <a:srgbClr val="FF0000"/>
                </a:solidFill>
              </a:rPr>
              <a:t>Concept 27.5: Prokaryotes play crucial roles in the biosphere</a:t>
            </a:r>
          </a:p>
        </p:txBody>
      </p:sp>
      <p:sp>
        <p:nvSpPr>
          <p:cNvPr id="155650" name="Rectangle 3"/>
          <p:cNvSpPr>
            <a:spLocks noGrp="1" noChangeArrowheads="1"/>
          </p:cNvSpPr>
          <p:nvPr>
            <p:ph idx="1"/>
          </p:nvPr>
        </p:nvSpPr>
        <p:spPr>
          <a:xfrm>
            <a:off x="76200" y="1075912"/>
            <a:ext cx="8991600" cy="5782088"/>
          </a:xfrm>
        </p:spPr>
        <p:txBody>
          <a:bodyPr/>
          <a:lstStyle/>
          <a:p>
            <a:r>
              <a:rPr lang="en-US" dirty="0"/>
              <a:t>Prokaryotes are so important that if they were to disappear, the prospects for any other life surviving on </a:t>
            </a:r>
          </a:p>
          <a:p>
            <a:r>
              <a:rPr lang="en-US" dirty="0"/>
              <a:t>Prokaryotes play a major role in the recycling of chemical elements between the living and nonliving components </a:t>
            </a:r>
          </a:p>
          <a:p>
            <a:r>
              <a:rPr lang="en-US" dirty="0"/>
              <a:t>Some chemoheterotrophic prokaryotes function as </a:t>
            </a:r>
            <a:r>
              <a:rPr lang="en-US" b="1" dirty="0"/>
              <a:t>decomposers</a:t>
            </a:r>
            <a:r>
              <a:rPr lang="en-US" dirty="0"/>
              <a:t>, </a:t>
            </a:r>
          </a:p>
          <a:p>
            <a:r>
              <a:rPr lang="en-US" dirty="0"/>
              <a:t>Prokaryotes can convert some molecules to forms that can be </a:t>
            </a:r>
          </a:p>
          <a:p>
            <a:pPr lvl="1"/>
            <a:r>
              <a:rPr lang="en-US" dirty="0"/>
              <a:t>EX: Under some conditions, prokaryotes can increase the </a:t>
            </a:r>
          </a:p>
        </p:txBody>
      </p:sp>
    </p:spTree>
    <p:extLst>
      <p:ext uri="{BB962C8B-B14F-4D97-AF65-F5344CB8AC3E}">
        <p14:creationId xmlns:p14="http://schemas.microsoft.com/office/powerpoint/2010/main" val="17628762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1" name="Rectangle 2"/>
          <p:cNvSpPr>
            <a:spLocks noGrp="1" noChangeArrowheads="1"/>
          </p:cNvSpPr>
          <p:nvPr>
            <p:ph type="title"/>
          </p:nvPr>
        </p:nvSpPr>
        <p:spPr/>
        <p:txBody>
          <a:bodyPr/>
          <a:lstStyle/>
          <a:p>
            <a:r>
              <a:rPr lang="en-US"/>
              <a:t>Ecological Interactions</a:t>
            </a:r>
            <a:endParaRPr lang="en-US" dirty="0"/>
          </a:p>
        </p:txBody>
      </p:sp>
      <p:sp>
        <p:nvSpPr>
          <p:cNvPr id="163842" name="Rectangle 3"/>
          <p:cNvSpPr>
            <a:spLocks noGrp="1" noChangeArrowheads="1"/>
          </p:cNvSpPr>
          <p:nvPr>
            <p:ph idx="1"/>
          </p:nvPr>
        </p:nvSpPr>
        <p:spPr>
          <a:xfrm>
            <a:off x="72190" y="533400"/>
            <a:ext cx="8991600" cy="6324600"/>
          </a:xfrm>
        </p:spPr>
        <p:txBody>
          <a:bodyPr/>
          <a:lstStyle/>
          <a:p>
            <a:r>
              <a:rPr lang="en-US" b="1" dirty="0"/>
              <a:t>Symbiosis </a:t>
            </a:r>
            <a:r>
              <a:rPr lang="en-US" dirty="0"/>
              <a:t>is an ecological relationship in which two species live in close contact: a </a:t>
            </a:r>
          </a:p>
          <a:p>
            <a:endParaRPr lang="en-US" b="1" dirty="0"/>
          </a:p>
          <a:p>
            <a:r>
              <a:rPr lang="en-US" dirty="0"/>
              <a:t>Prokaryotes often form </a:t>
            </a:r>
          </a:p>
          <a:p>
            <a:endParaRPr lang="en-US" dirty="0"/>
          </a:p>
          <a:p>
            <a:r>
              <a:rPr lang="en-US" dirty="0"/>
              <a:t>In </a:t>
            </a:r>
            <a:r>
              <a:rPr lang="en-US" b="1" dirty="0"/>
              <a:t>mutualism</a:t>
            </a:r>
            <a:r>
              <a:rPr lang="en-US" dirty="0"/>
              <a:t>, both </a:t>
            </a:r>
          </a:p>
          <a:p>
            <a:r>
              <a:rPr lang="en-US" dirty="0"/>
              <a:t>In </a:t>
            </a:r>
            <a:r>
              <a:rPr lang="en-US" b="1" dirty="0"/>
              <a:t>commensalism</a:t>
            </a:r>
            <a:r>
              <a:rPr lang="en-US" dirty="0"/>
              <a:t>, one organism benefits while neither harming nor </a:t>
            </a:r>
          </a:p>
          <a:p>
            <a:endParaRPr lang="en-US" dirty="0"/>
          </a:p>
          <a:p>
            <a:r>
              <a:rPr lang="en-US" dirty="0"/>
              <a:t>In </a:t>
            </a:r>
            <a:r>
              <a:rPr lang="en-US" b="1" dirty="0"/>
              <a:t>parasitism</a:t>
            </a:r>
            <a:r>
              <a:rPr lang="en-US" dirty="0"/>
              <a:t>, an organism called a </a:t>
            </a:r>
            <a:r>
              <a:rPr lang="en-US" b="1" dirty="0"/>
              <a:t>parasite</a:t>
            </a:r>
            <a:r>
              <a:rPr lang="en-US" dirty="0"/>
              <a:t> harms but </a:t>
            </a:r>
          </a:p>
          <a:p>
            <a:r>
              <a:rPr lang="en-US" dirty="0"/>
              <a:t>Parasites that cause </a:t>
            </a:r>
            <a:endParaRPr lang="en-US" b="1" dirty="0"/>
          </a:p>
        </p:txBody>
      </p:sp>
    </p:spTree>
    <p:extLst>
      <p:ext uri="{BB962C8B-B14F-4D97-AF65-F5344CB8AC3E}">
        <p14:creationId xmlns:p14="http://schemas.microsoft.com/office/powerpoint/2010/main" val="221627239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3" name="Rectangle 2"/>
          <p:cNvSpPr>
            <a:spLocks noGrp="1" noChangeArrowheads="1"/>
          </p:cNvSpPr>
          <p:nvPr>
            <p:ph type="title"/>
          </p:nvPr>
        </p:nvSpPr>
        <p:spPr>
          <a:xfrm>
            <a:off x="0" y="0"/>
            <a:ext cx="9144000" cy="1107996"/>
          </a:xfrm>
        </p:spPr>
        <p:txBody>
          <a:bodyPr/>
          <a:lstStyle/>
          <a:p>
            <a:r>
              <a:rPr lang="en-US" dirty="0">
                <a:solidFill>
                  <a:srgbClr val="FF0000"/>
                </a:solidFill>
              </a:rPr>
              <a:t>Concept 27.6: Prokaryotes have both beneficial and harmful impacts on humans</a:t>
            </a:r>
          </a:p>
        </p:txBody>
      </p:sp>
      <p:sp>
        <p:nvSpPr>
          <p:cNvPr id="172034" name="Rectangle 3"/>
          <p:cNvSpPr>
            <a:spLocks noGrp="1" noChangeArrowheads="1"/>
          </p:cNvSpPr>
          <p:nvPr>
            <p:ph idx="1"/>
          </p:nvPr>
        </p:nvSpPr>
        <p:spPr>
          <a:xfrm>
            <a:off x="76200" y="990600"/>
            <a:ext cx="8991600" cy="5835316"/>
          </a:xfrm>
        </p:spPr>
        <p:txBody>
          <a:bodyPr/>
          <a:lstStyle/>
          <a:p>
            <a:r>
              <a:rPr lang="en-US" dirty="0"/>
              <a:t>Some prokaryotes are human pathogens, but many others have </a:t>
            </a:r>
          </a:p>
          <a:p>
            <a:r>
              <a:rPr lang="en-US" dirty="0"/>
              <a:t>Human intestines are home to about </a:t>
            </a:r>
          </a:p>
          <a:p>
            <a:endParaRPr lang="en-US" dirty="0"/>
          </a:p>
          <a:p>
            <a:r>
              <a:rPr lang="en-US" dirty="0"/>
              <a:t>Many of these are </a:t>
            </a:r>
            <a:r>
              <a:rPr lang="en-US" b="1" dirty="0"/>
              <a:t>mutualists</a:t>
            </a:r>
            <a:r>
              <a:rPr lang="en-US" dirty="0"/>
              <a:t> and break down food that is </a:t>
            </a:r>
          </a:p>
          <a:p>
            <a:r>
              <a:rPr lang="en-US" b="1" dirty="0"/>
              <a:t>Pathogenic</a:t>
            </a:r>
            <a:r>
              <a:rPr lang="en-US" dirty="0"/>
              <a:t> bacteria cause about </a:t>
            </a:r>
          </a:p>
          <a:p>
            <a:endParaRPr lang="en-US" dirty="0"/>
          </a:p>
          <a:p>
            <a:r>
              <a:rPr lang="en-US" dirty="0"/>
              <a:t>Some bacterial diseases are </a:t>
            </a:r>
          </a:p>
          <a:p>
            <a:endParaRPr lang="en-US" dirty="0"/>
          </a:p>
          <a:p>
            <a:pPr lvl="1"/>
            <a:r>
              <a:rPr lang="en-US" dirty="0"/>
              <a:t>EX: Lyme disease is </a:t>
            </a:r>
          </a:p>
        </p:txBody>
      </p:sp>
    </p:spTree>
    <p:extLst>
      <p:ext uri="{BB962C8B-B14F-4D97-AF65-F5344CB8AC3E}">
        <p14:creationId xmlns:p14="http://schemas.microsoft.com/office/powerpoint/2010/main" val="53292467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108158" y="5420380"/>
            <a:ext cx="2391489" cy="523220"/>
          </a:xfrm>
          <a:prstGeom prst="rect">
            <a:avLst/>
          </a:prstGeom>
          <a:noFill/>
        </p:spPr>
        <p:txBody>
          <a:bodyPr wrap="none" rtlCol="0">
            <a:spAutoFit/>
          </a:bodyPr>
          <a:lstStyle/>
          <a:p>
            <a:r>
              <a:rPr lang="en-US" sz="2800" dirty="0"/>
              <a:t>Lyme disease</a:t>
            </a:r>
          </a:p>
        </p:txBody>
      </p:sp>
      <p:pic>
        <p:nvPicPr>
          <p:cNvPr id="4" name="Picture 3" descr="A photograph shows a tick (eight legged insect) on a human fingertip. A spiral bacteria is shown in a micrograph. Another photograph shows a human arm with a bull’s eye shaped rash. There are concentric circles of decreasing redness. A 5 µm scale is used for reference."/>
          <p:cNvPicPr>
            <a:picLocks noChangeAspect="1"/>
          </p:cNvPicPr>
          <p:nvPr/>
        </p:nvPicPr>
        <p:blipFill>
          <a:blip r:embed="rId3"/>
          <a:stretch>
            <a:fillRect/>
          </a:stretch>
        </p:blipFill>
        <p:spPr>
          <a:xfrm>
            <a:off x="1257300" y="1495425"/>
            <a:ext cx="6629400" cy="3867150"/>
          </a:xfrm>
          <a:prstGeom prst="rect">
            <a:avLst/>
          </a:prstGeom>
        </p:spPr>
      </p:pic>
    </p:spTree>
    <p:extLst>
      <p:ext uri="{BB962C8B-B14F-4D97-AF65-F5344CB8AC3E}">
        <p14:creationId xmlns:p14="http://schemas.microsoft.com/office/powerpoint/2010/main" val="77554197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0164"/>
          </a:xfrm>
        </p:spPr>
        <p:txBody>
          <a:bodyPr/>
          <a:lstStyle/>
          <a:p>
            <a:r>
              <a:rPr lang="en-US" dirty="0">
                <a:solidFill>
                  <a:schemeClr val="bg1"/>
                </a:solidFill>
              </a:rPr>
              <a:t>43</a:t>
            </a:r>
          </a:p>
        </p:txBody>
      </p:sp>
      <p:sp>
        <p:nvSpPr>
          <p:cNvPr id="180225" name="Rectangle 2"/>
          <p:cNvSpPr>
            <a:spLocks noGrp="1" noChangeArrowheads="1"/>
          </p:cNvSpPr>
          <p:nvPr>
            <p:ph idx="4294967295"/>
          </p:nvPr>
        </p:nvSpPr>
        <p:spPr>
          <a:xfrm>
            <a:off x="152400" y="76200"/>
            <a:ext cx="8839200" cy="6781800"/>
          </a:xfrm>
        </p:spPr>
        <p:txBody>
          <a:bodyPr/>
          <a:lstStyle/>
          <a:p>
            <a:r>
              <a:rPr lang="en-US" dirty="0"/>
              <a:t>Pathogenic prokaryotes typically cause disease by releasing </a:t>
            </a:r>
          </a:p>
          <a:p>
            <a:r>
              <a:rPr lang="en-US" b="1" dirty="0"/>
              <a:t>Exotoxins </a:t>
            </a:r>
            <a:r>
              <a:rPr lang="en-US" dirty="0"/>
              <a:t>are secreted and cause disease even if the </a:t>
            </a:r>
          </a:p>
          <a:p>
            <a:r>
              <a:rPr lang="en-US" b="1" dirty="0"/>
              <a:t>Endotoxins </a:t>
            </a:r>
            <a:r>
              <a:rPr lang="en-US" dirty="0"/>
              <a:t>are released only when bacteria die and </a:t>
            </a:r>
          </a:p>
          <a:p>
            <a:endParaRPr lang="en-US" dirty="0"/>
          </a:p>
          <a:p>
            <a:endParaRPr lang="en-US" dirty="0"/>
          </a:p>
          <a:p>
            <a:endParaRPr lang="en-US" dirty="0"/>
          </a:p>
          <a:p>
            <a:r>
              <a:rPr lang="en-US" dirty="0"/>
              <a:t>Horizontal gene transfer can spread genes associated </a:t>
            </a:r>
          </a:p>
          <a:p>
            <a:pPr lvl="1"/>
            <a:r>
              <a:rPr lang="en-US" dirty="0"/>
              <a:t>EX: pathogenic strains of </a:t>
            </a:r>
            <a:r>
              <a:rPr lang="en-US" i="1" dirty="0"/>
              <a:t>E. coli</a:t>
            </a:r>
            <a:r>
              <a:rPr lang="en-US" dirty="0"/>
              <a:t> contain genes that were </a:t>
            </a:r>
          </a:p>
        </p:txBody>
      </p:sp>
      <p:pic>
        <p:nvPicPr>
          <p:cNvPr id="3" name="Picture 2" descr="Picture showing the difference between exotoxins and endotoxins."/>
          <p:cNvPicPr>
            <a:picLocks noChangeAspect="1"/>
          </p:cNvPicPr>
          <p:nvPr/>
        </p:nvPicPr>
        <p:blipFill>
          <a:blip r:embed="rId3"/>
          <a:stretch>
            <a:fillRect/>
          </a:stretch>
        </p:blipFill>
        <p:spPr>
          <a:xfrm>
            <a:off x="1719262" y="3048000"/>
            <a:ext cx="5705475" cy="1676400"/>
          </a:xfrm>
          <a:prstGeom prst="rect">
            <a:avLst/>
          </a:prstGeom>
        </p:spPr>
      </p:pic>
    </p:spTree>
    <p:extLst>
      <p:ext uri="{BB962C8B-B14F-4D97-AF65-F5344CB8AC3E}">
        <p14:creationId xmlns:p14="http://schemas.microsoft.com/office/powerpoint/2010/main" val="405140770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1" name="Rectangle 2"/>
          <p:cNvSpPr>
            <a:spLocks noGrp="1" noChangeArrowheads="1"/>
          </p:cNvSpPr>
          <p:nvPr>
            <p:ph type="title"/>
          </p:nvPr>
        </p:nvSpPr>
        <p:spPr/>
        <p:txBody>
          <a:bodyPr/>
          <a:lstStyle/>
          <a:p>
            <a:r>
              <a:rPr lang="en-US"/>
              <a:t>Prokaryotes in Research and Technology</a:t>
            </a:r>
            <a:endParaRPr lang="en-US" dirty="0"/>
          </a:p>
        </p:txBody>
      </p:sp>
      <p:sp>
        <p:nvSpPr>
          <p:cNvPr id="184322" name="Rectangle 3"/>
          <p:cNvSpPr>
            <a:spLocks noGrp="1" noChangeArrowheads="1"/>
          </p:cNvSpPr>
          <p:nvPr>
            <p:ph idx="1"/>
          </p:nvPr>
        </p:nvSpPr>
        <p:spPr>
          <a:xfrm>
            <a:off x="152400" y="709435"/>
            <a:ext cx="8839199" cy="5996165"/>
          </a:xfrm>
        </p:spPr>
        <p:txBody>
          <a:bodyPr/>
          <a:lstStyle/>
          <a:p>
            <a:r>
              <a:rPr lang="en-US" dirty="0"/>
              <a:t>Experiments using prokaryotes have led to important advances in </a:t>
            </a:r>
          </a:p>
          <a:p>
            <a:pPr lvl="1"/>
            <a:r>
              <a:rPr lang="en-US" dirty="0"/>
              <a:t>EX: </a:t>
            </a:r>
            <a:r>
              <a:rPr lang="en-US" i="1" dirty="0"/>
              <a:t>E. coli</a:t>
            </a:r>
            <a:r>
              <a:rPr lang="en-US" dirty="0"/>
              <a:t> is </a:t>
            </a:r>
          </a:p>
          <a:p>
            <a:pPr lvl="1"/>
            <a:r>
              <a:rPr lang="en-US" dirty="0"/>
              <a:t>EX: the prokaryotic </a:t>
            </a:r>
            <a:r>
              <a:rPr lang="en-US" dirty="0">
                <a:hlinkClick r:id="rId3"/>
              </a:rPr>
              <a:t>CRISPR-</a:t>
            </a:r>
            <a:r>
              <a:rPr lang="en-US" dirty="0" err="1">
                <a:hlinkClick r:id="rId3"/>
              </a:rPr>
              <a:t>Cas</a:t>
            </a:r>
            <a:r>
              <a:rPr lang="en-US" dirty="0">
                <a:hlinkClick r:id="rId3"/>
              </a:rPr>
              <a:t> system</a:t>
            </a:r>
            <a:r>
              <a:rPr lang="en-US" dirty="0"/>
              <a:t> can alter genes </a:t>
            </a:r>
          </a:p>
          <a:p>
            <a:r>
              <a:rPr lang="en-US" dirty="0"/>
              <a:t>Bacteria can be </a:t>
            </a:r>
          </a:p>
          <a:p>
            <a:r>
              <a:rPr lang="en-US" dirty="0"/>
              <a:t>Bacteria are also being engineered to produce ethanol from agricultural and </a:t>
            </a:r>
          </a:p>
          <a:p>
            <a:endParaRPr lang="en-US" dirty="0"/>
          </a:p>
          <a:p>
            <a:r>
              <a:rPr lang="en-US" dirty="0"/>
              <a:t>Prokaryotes can also be used in </a:t>
            </a:r>
            <a:r>
              <a:rPr lang="en-US" b="1" dirty="0"/>
              <a:t>bioremediation</a:t>
            </a:r>
            <a:r>
              <a:rPr lang="en-US" dirty="0"/>
              <a:t>, the use of organisms to </a:t>
            </a:r>
          </a:p>
        </p:txBody>
      </p:sp>
    </p:spTree>
    <p:extLst>
      <p:ext uri="{BB962C8B-B14F-4D97-AF65-F5344CB8AC3E}">
        <p14:creationId xmlns:p14="http://schemas.microsoft.com/office/powerpoint/2010/main" val="2721972250"/>
      </p:ext>
    </p:extLst>
  </p:cSld>
  <p:clrMapOvr>
    <a:masterClrMapping/>
  </p:clrMapOvr>
</p:sld>
</file>

<file path=ppt/theme/theme1.xml><?xml version="1.0" encoding="utf-8"?>
<a:theme xmlns:a="http://schemas.openxmlformats.org/drawingml/2006/main" name="Campbell11e_LectureDesign">
  <a:themeElements>
    <a:clrScheme name="1_CC4eActiveLectureQuestions 15">
      <a:dk1>
        <a:srgbClr val="000000"/>
      </a:dk1>
      <a:lt1>
        <a:srgbClr val="FFFFFF"/>
      </a:lt1>
      <a:dk2>
        <a:srgbClr val="0060AF"/>
      </a:dk2>
      <a:lt2>
        <a:srgbClr val="000000"/>
      </a:lt2>
      <a:accent1>
        <a:srgbClr val="F7955A"/>
      </a:accent1>
      <a:accent2>
        <a:srgbClr val="009247"/>
      </a:accent2>
      <a:accent3>
        <a:srgbClr val="FFFFFF"/>
      </a:accent3>
      <a:accent4>
        <a:srgbClr val="000000"/>
      </a:accent4>
      <a:accent5>
        <a:srgbClr val="FAC8B5"/>
      </a:accent5>
      <a:accent6>
        <a:srgbClr val="00843F"/>
      </a:accent6>
      <a:hlink>
        <a:srgbClr val="009999"/>
      </a:hlink>
      <a:folHlink>
        <a:srgbClr val="99CC00"/>
      </a:folHlink>
    </a:clrScheme>
    <a:fontScheme name="1_CC4eActiveLectureQuestions">
      <a:majorFont>
        <a:latin typeface="Times New Roman"/>
        <a:ea typeface="Arial"/>
        <a:cs typeface="Arial"/>
      </a:majorFont>
      <a:minorFont>
        <a:latin typeface="Tahoma"/>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charset="0"/>
          </a:defRPr>
        </a:defPPr>
      </a:lstStyle>
    </a:lnDef>
  </a:objectDefaults>
  <a:extraClrSchemeLst>
    <a:extraClrScheme>
      <a:clrScheme name="1_CC4eActiveLectureQuestion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CC4eActiveLectureQuestion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CC4eActiveLectureQuestion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CC4eActiveLectureQuestion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CC4eActiveLectureQuestion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CC4eActiveLectureQuestion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CC4eActiveLectureQuestions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CC4eActiveLectureQuestion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CC4eActiveLectureQuestion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CC4eActiveLectureQuestion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CC4eActiveLectureQuestion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CC4eActiveLectureQuestion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1_CC4eActiveLectureQuestions 13">
        <a:dk1>
          <a:srgbClr val="000000"/>
        </a:dk1>
        <a:lt1>
          <a:srgbClr val="FFFFFF"/>
        </a:lt1>
        <a:dk2>
          <a:srgbClr val="005472"/>
        </a:dk2>
        <a:lt2>
          <a:srgbClr val="00000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CC4eActiveLectureQuestions 14">
        <a:dk1>
          <a:srgbClr val="000000"/>
        </a:dk1>
        <a:lt1>
          <a:srgbClr val="FFFFFF"/>
        </a:lt1>
        <a:dk2>
          <a:srgbClr val="333399"/>
        </a:dk2>
        <a:lt2>
          <a:srgbClr val="000000"/>
        </a:lt2>
        <a:accent1>
          <a:srgbClr val="B7DAB8"/>
        </a:accent1>
        <a:accent2>
          <a:srgbClr val="005472"/>
        </a:accent2>
        <a:accent3>
          <a:srgbClr val="FFFFFF"/>
        </a:accent3>
        <a:accent4>
          <a:srgbClr val="000000"/>
        </a:accent4>
        <a:accent5>
          <a:srgbClr val="D8EAD8"/>
        </a:accent5>
        <a:accent6>
          <a:srgbClr val="004B67"/>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CC4eActiveLectureQuestions 15">
        <a:dk1>
          <a:srgbClr val="000000"/>
        </a:dk1>
        <a:lt1>
          <a:srgbClr val="FFFFFF"/>
        </a:lt1>
        <a:dk2>
          <a:srgbClr val="0060AF"/>
        </a:dk2>
        <a:lt2>
          <a:srgbClr val="000000"/>
        </a:lt2>
        <a:accent1>
          <a:srgbClr val="F7955A"/>
        </a:accent1>
        <a:accent2>
          <a:srgbClr val="009247"/>
        </a:accent2>
        <a:accent3>
          <a:srgbClr val="FFFFFF"/>
        </a:accent3>
        <a:accent4>
          <a:srgbClr val="000000"/>
        </a:accent4>
        <a:accent5>
          <a:srgbClr val="FAC8B5"/>
        </a:accent5>
        <a:accent6>
          <a:srgbClr val="00843F"/>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Campbell11e_LectureDesign" id="{1E29558D-F693-462F-BFE8-09589E69881C}" vid="{70B05F25-2FB3-4FD4-980B-A633ABC17E0B}"/>
    </a:ext>
  </a:extLst>
</a:theme>
</file>

<file path=ppt/theme/theme2.xml><?xml version="1.0" encoding="utf-8"?>
<a:theme xmlns:a="http://schemas.openxmlformats.org/drawingml/2006/main" name="Blank">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a:majorFont>
        <a:latin typeface="Times"/>
        <a:ea typeface=""/>
        <a:cs typeface=""/>
      </a:majorFont>
      <a:minorFont>
        <a:latin typeface="Time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rtlCol="0" anchor="ctr"/>
      <a:lstStyle>
        <a:defPPr algn="ctr">
          <a:defRPr/>
        </a:defPPr>
      </a:lstStyle>
    </a:spDef>
    <a:lnDef>
      <a:spPr bwMode="auto">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3_Blank">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a:majorFont>
        <a:latin typeface="Times"/>
        <a:ea typeface=""/>
        <a:cs typeface=""/>
      </a:majorFont>
      <a:minorFont>
        <a:latin typeface="Time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pitchFamily="84" charset="0"/>
          </a:defRPr>
        </a:defPPr>
      </a:lstStyle>
    </a:spDef>
    <a:lnDef>
      <a:spPr bwMode="auto">
        <a:xfrm>
          <a:off x="0" y="0"/>
          <a:ext cx="1" cy="1"/>
        </a:xfrm>
        <a:custGeom>
          <a:avLst/>
          <a:gdLst/>
          <a:ahLst/>
          <a:cxnLst/>
          <a:rect l="0" t="0" r="0" b="0"/>
          <a:pathLst/>
        </a:custGeom>
        <a:solidFill>
          <a:schemeClr val="accent1"/>
        </a:solid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pitchFamily="84"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7_Blank">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a:majorFont>
        <a:latin typeface="Times"/>
        <a:ea typeface=""/>
        <a:cs typeface=""/>
      </a:majorFont>
      <a:minorFont>
        <a:latin typeface="Time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pitchFamily="84" charset="0"/>
          </a:defRPr>
        </a:defPPr>
      </a:lstStyle>
    </a:spDef>
    <a:lnDef>
      <a:spPr bwMode="auto">
        <a:xfrm>
          <a:off x="0" y="0"/>
          <a:ext cx="1" cy="1"/>
        </a:xfrm>
        <a:custGeom>
          <a:avLst/>
          <a:gdLst/>
          <a:ahLst/>
          <a:cxnLst/>
          <a:rect l="0" t="0" r="0" b="0"/>
          <a:pathLst/>
        </a:custGeom>
        <a:solidFill>
          <a:schemeClr val="accent1"/>
        </a:solid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pitchFamily="84"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57_Blank">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a:majorFont>
        <a:latin typeface="Times"/>
        <a:ea typeface=""/>
        <a:cs typeface=""/>
      </a:majorFont>
      <a:minorFont>
        <a:latin typeface="Time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pitchFamily="84" charset="0"/>
          </a:defRPr>
        </a:defPPr>
      </a:lstStyle>
    </a:spDef>
    <a:lnDef>
      <a:spPr bwMode="auto">
        <a:xfrm>
          <a:off x="0" y="0"/>
          <a:ext cx="1" cy="1"/>
        </a:xfrm>
        <a:custGeom>
          <a:avLst/>
          <a:gdLst/>
          <a:ahLst/>
          <a:cxnLst/>
          <a:rect l="0" t="0" r="0" b="0"/>
          <a:pathLst/>
        </a:custGeom>
        <a:solidFill>
          <a:schemeClr val="accent1"/>
        </a:solid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pitchFamily="84"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64_Blank">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a:majorFont>
        <a:latin typeface="Times"/>
        <a:ea typeface=""/>
        <a:cs typeface=""/>
      </a:majorFont>
      <a:minorFont>
        <a:latin typeface="Time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pitchFamily="84" charset="0"/>
          </a:defRPr>
        </a:defPPr>
      </a:lstStyle>
    </a:spDef>
    <a:lnDef>
      <a:spPr bwMode="auto">
        <a:xfrm>
          <a:off x="0" y="0"/>
          <a:ext cx="1" cy="1"/>
        </a:xfrm>
        <a:custGeom>
          <a:avLst/>
          <a:gdLst/>
          <a:ahLst/>
          <a:cxnLst/>
          <a:rect l="0" t="0" r="0" b="0"/>
          <a:pathLst/>
        </a:custGeom>
        <a:solidFill>
          <a:schemeClr val="accent1"/>
        </a:solid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pitchFamily="84"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Campbell11e_LectureDesign</Template>
  <TotalTime>8219</TotalTime>
  <Words>1805</Words>
  <Application>Microsoft Office PowerPoint</Application>
  <PresentationFormat>On-screen Show (4:3)</PresentationFormat>
  <Paragraphs>349</Paragraphs>
  <Slides>44</Slides>
  <Notes>41</Notes>
  <HiddenSlides>0</HiddenSlides>
  <MMClips>0</MMClips>
  <ScaleCrop>false</ScaleCrop>
  <HeadingPairs>
    <vt:vector size="6" baseType="variant">
      <vt:variant>
        <vt:lpstr>Fonts Used</vt:lpstr>
      </vt:variant>
      <vt:variant>
        <vt:i4>4</vt:i4>
      </vt:variant>
      <vt:variant>
        <vt:lpstr>Theme</vt:lpstr>
      </vt:variant>
      <vt:variant>
        <vt:i4>6</vt:i4>
      </vt:variant>
      <vt:variant>
        <vt:lpstr>Slide Titles</vt:lpstr>
      </vt:variant>
      <vt:variant>
        <vt:i4>44</vt:i4>
      </vt:variant>
    </vt:vector>
  </HeadingPairs>
  <TitlesOfParts>
    <vt:vector size="54" baseType="lpstr">
      <vt:lpstr>Arial</vt:lpstr>
      <vt:lpstr>Times</vt:lpstr>
      <vt:lpstr>Times New Roman</vt:lpstr>
      <vt:lpstr>Wingdings</vt:lpstr>
      <vt:lpstr>Campbell11e_LectureDesign</vt:lpstr>
      <vt:lpstr>Blank</vt:lpstr>
      <vt:lpstr>3_Blank</vt:lpstr>
      <vt:lpstr>7_Blank</vt:lpstr>
      <vt:lpstr>57_Blank</vt:lpstr>
      <vt:lpstr>64_Blank</vt:lpstr>
      <vt:lpstr>CH 27</vt:lpstr>
      <vt:lpstr>CH 27 Learning Objectives</vt:lpstr>
      <vt:lpstr>Concept 27.1: Structural and functional adaptations contribute to prokaryotic success</vt:lpstr>
      <vt:lpstr>PowerPoint Presentation</vt:lpstr>
      <vt:lpstr>Cell-Surface Structures</vt:lpstr>
      <vt:lpstr>6</vt:lpstr>
      <vt:lpstr>7</vt:lpstr>
      <vt:lpstr>8</vt:lpstr>
      <vt:lpstr>9</vt:lpstr>
      <vt:lpstr>10</vt:lpstr>
      <vt:lpstr>Motility</vt:lpstr>
      <vt:lpstr>Internal Organization and DNA</vt:lpstr>
      <vt:lpstr>13</vt:lpstr>
      <vt:lpstr>Reproduction</vt:lpstr>
      <vt:lpstr>Concept 27.2: Rapid reproduction, mutation, and genetic recombination promote genetic diversity in prokaryotes</vt:lpstr>
      <vt:lpstr>Rapid Reproduction and Mutation</vt:lpstr>
      <vt:lpstr>Genetic Recombination</vt:lpstr>
      <vt:lpstr>Conjugation and Plasmids</vt:lpstr>
      <vt:lpstr>19</vt:lpstr>
      <vt:lpstr>20</vt:lpstr>
      <vt:lpstr>Concept 27.3: Diverse nutritional and metabolic adaptations have evolved in prokaryotes</vt:lpstr>
      <vt:lpstr>The Role of Oxygen and Nitrogen in Metabolism</vt:lpstr>
      <vt:lpstr>Metabolic Cooperation</vt:lpstr>
      <vt:lpstr>24</vt:lpstr>
      <vt:lpstr>25</vt:lpstr>
      <vt:lpstr>26</vt:lpstr>
      <vt:lpstr>27</vt:lpstr>
      <vt:lpstr>28</vt:lpstr>
      <vt:lpstr>29</vt:lpstr>
      <vt:lpstr>30</vt:lpstr>
      <vt:lpstr>31</vt:lpstr>
      <vt:lpstr>32</vt:lpstr>
      <vt:lpstr>33</vt:lpstr>
      <vt:lpstr>34</vt:lpstr>
      <vt:lpstr>35</vt:lpstr>
      <vt:lpstr>Archaea</vt:lpstr>
      <vt:lpstr>PowerPoint Presentation</vt:lpstr>
      <vt:lpstr>38</vt:lpstr>
      <vt:lpstr>Concept 27.5: Prokaryotes play crucial roles in the biosphere</vt:lpstr>
      <vt:lpstr>Ecological Interactions</vt:lpstr>
      <vt:lpstr>Concept 27.6: Prokaryotes have both beneficial and harmful impacts on humans</vt:lpstr>
      <vt:lpstr>PowerPoint Presentation</vt:lpstr>
      <vt:lpstr>43</vt:lpstr>
      <vt:lpstr>Prokaryotes in Research and Technology</vt:lpstr>
    </vt:vector>
  </TitlesOfParts>
  <Company>Jerome Burg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Adam W. Hrincevich</dc:creator>
  <cp:lastModifiedBy>Adam W Hrincevich</cp:lastModifiedBy>
  <cp:revision>688</cp:revision>
  <dcterms:created xsi:type="dcterms:W3CDTF">2010-08-06T18:35:02Z</dcterms:created>
  <dcterms:modified xsi:type="dcterms:W3CDTF">2026-09-21T19:28:34Z</dcterms:modified>
</cp:coreProperties>
</file>